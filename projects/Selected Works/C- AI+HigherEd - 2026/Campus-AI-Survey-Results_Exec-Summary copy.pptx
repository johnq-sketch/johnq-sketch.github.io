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6" r:id="rId2"/>
    <p:sldMasterId id="2147483715" r:id="rId3"/>
  </p:sldMasterIdLst>
  <p:notesMasterIdLst>
    <p:notesMasterId r:id="rId42"/>
  </p:notesMasterIdLst>
  <p:sldIdLst>
    <p:sldId id="313" r:id="rId4"/>
    <p:sldId id="335" r:id="rId5"/>
    <p:sldId id="342" r:id="rId6"/>
    <p:sldId id="329" r:id="rId7"/>
    <p:sldId id="287" r:id="rId8"/>
    <p:sldId id="314" r:id="rId9"/>
    <p:sldId id="341" r:id="rId10"/>
    <p:sldId id="330" r:id="rId11"/>
    <p:sldId id="331" r:id="rId12"/>
    <p:sldId id="343" r:id="rId13"/>
    <p:sldId id="307" r:id="rId14"/>
    <p:sldId id="332" r:id="rId15"/>
    <p:sldId id="333" r:id="rId16"/>
    <p:sldId id="311" r:id="rId17"/>
    <p:sldId id="325" r:id="rId18"/>
    <p:sldId id="348" r:id="rId19"/>
    <p:sldId id="334" r:id="rId20"/>
    <p:sldId id="351" r:id="rId21"/>
    <p:sldId id="349" r:id="rId22"/>
    <p:sldId id="345" r:id="rId23"/>
    <p:sldId id="317" r:id="rId24"/>
    <p:sldId id="337" r:id="rId25"/>
    <p:sldId id="336" r:id="rId26"/>
    <p:sldId id="322" r:id="rId27"/>
    <p:sldId id="344" r:id="rId28"/>
    <p:sldId id="284" r:id="rId29"/>
    <p:sldId id="289" r:id="rId30"/>
    <p:sldId id="281" r:id="rId31"/>
    <p:sldId id="338" r:id="rId32"/>
    <p:sldId id="346" r:id="rId33"/>
    <p:sldId id="312" r:id="rId34"/>
    <p:sldId id="323" r:id="rId35"/>
    <p:sldId id="352" r:id="rId36"/>
    <p:sldId id="347" r:id="rId37"/>
    <p:sldId id="339" r:id="rId38"/>
    <p:sldId id="340" r:id="rId39"/>
    <p:sldId id="327" r:id="rId40"/>
    <p:sldId id="328"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912FBF8-1F88-F4C2-8042-78A191DC7546}" name="Anderson, Kathy" initials="KA" userId="S::barboria@AD.UNC.EDU::bb7beb27-18f8-4183-b7bb-1038483f5df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E8BE35-222D-401B-AC6F-21477A2AD718}" v="22" dt="2025-08-28T13:56:46.8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082" autoAdjust="0"/>
  </p:normalViewPr>
  <p:slideViewPr>
    <p:cSldViewPr snapToGrid="0">
      <p:cViewPr varScale="1">
        <p:scale>
          <a:sx n="104" d="100"/>
          <a:sy n="104" d="100"/>
        </p:scale>
        <p:origin x="118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oleObject" Target="https://adminliveunc-my.sharepoint.com/personal/bhenshaw_ad_unc_edu/Documents/Public%20Test/PROJECTS/CFE%20PROJECTS/E-Learning/Generative%20AI/Fall2024_surveys/Faculty%20survey%20-%20Results/graph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0" i="0" u="none" strike="noStrike" kern="1200" spc="0" baseline="0">
                <a:solidFill>
                  <a:schemeClr val="tx1">
                    <a:lumMod val="65000"/>
                    <a:lumOff val="35000"/>
                  </a:schemeClr>
                </a:solidFill>
                <a:latin typeface="+mn-lt"/>
                <a:ea typeface="+mn-ea"/>
                <a:cs typeface="+mn-cs"/>
              </a:defRPr>
            </a:pPr>
            <a:r>
              <a:rPr lang="en-US" sz="3600" b="0" i="0" u="none" strike="noStrike" kern="1200" spc="0" baseline="0" dirty="0">
                <a:solidFill>
                  <a:srgbClr val="13284B">
                    <a:lumMod val="65000"/>
                    <a:lumOff val="35000"/>
                  </a:srgbClr>
                </a:solidFill>
              </a:rPr>
              <a:t>Adoption: Frequency of Use of AI Tools</a:t>
            </a:r>
          </a:p>
        </c:rich>
      </c:tx>
      <c:layout>
        <c:manualLayout>
          <c:xMode val="edge"/>
          <c:yMode val="edge"/>
          <c:x val="0.16862135931216035"/>
          <c:y val="1.9981288815496438E-2"/>
        </c:manualLayout>
      </c:layout>
      <c:overlay val="0"/>
      <c:spPr>
        <a:noFill/>
        <a:ln>
          <a:noFill/>
        </a:ln>
        <a:effectLst/>
      </c:spPr>
      <c:txPr>
        <a:bodyPr rot="0" spcFirstLastPara="1" vertOverflow="ellipsis" vert="horz" wrap="square" anchor="ctr" anchorCtr="1"/>
        <a:lstStyle/>
        <a:p>
          <a:pPr>
            <a:defRPr sz="3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5740197903780009E-2"/>
          <c:y val="0.13924742164452819"/>
          <c:w val="0.97198872797379077"/>
          <c:h val="0.66505544577101794"/>
        </c:manualLayout>
      </c:layout>
      <c:barChart>
        <c:barDir val="col"/>
        <c:grouping val="clustered"/>
        <c:varyColors val="0"/>
        <c:ser>
          <c:idx val="0"/>
          <c:order val="0"/>
          <c:tx>
            <c:strRef>
              <c:f>Sheet1!$A$2</c:f>
              <c:strCache>
                <c:ptCount val="1"/>
                <c:pt idx="0">
                  <c:v>UG Students</c:v>
                </c:pt>
              </c:strCache>
            </c:strRef>
          </c:tx>
          <c:spPr>
            <a:solidFill>
              <a:schemeClr val="accent1"/>
            </a:solidFill>
            <a:ln>
              <a:noFill/>
            </a:ln>
            <a:effectLst/>
          </c:spPr>
          <c:invertIfNegative val="0"/>
          <c:cat>
            <c:strRef>
              <c:f>Sheet1!$B$1:$F$1</c:f>
              <c:strCache>
                <c:ptCount val="5"/>
                <c:pt idx="0">
                  <c:v>Never</c:v>
                </c:pt>
                <c:pt idx="1">
                  <c:v>Several/year</c:v>
                </c:pt>
                <c:pt idx="2">
                  <c:v>Several/mo</c:v>
                </c:pt>
                <c:pt idx="3">
                  <c:v>Several/wk</c:v>
                </c:pt>
                <c:pt idx="4">
                  <c:v>Daily</c:v>
                </c:pt>
              </c:strCache>
            </c:strRef>
          </c:cat>
          <c:val>
            <c:numRef>
              <c:f>Sheet1!$B$2:$F$2</c:f>
              <c:numCache>
                <c:formatCode>General</c:formatCode>
                <c:ptCount val="5"/>
                <c:pt idx="0">
                  <c:v>26</c:v>
                </c:pt>
                <c:pt idx="1">
                  <c:v>15</c:v>
                </c:pt>
                <c:pt idx="2">
                  <c:v>24</c:v>
                </c:pt>
                <c:pt idx="3">
                  <c:v>30</c:v>
                </c:pt>
                <c:pt idx="4">
                  <c:v>5</c:v>
                </c:pt>
              </c:numCache>
            </c:numRef>
          </c:val>
          <c:extLst>
            <c:ext xmlns:c16="http://schemas.microsoft.com/office/drawing/2014/chart" uri="{C3380CC4-5D6E-409C-BE32-E72D297353CC}">
              <c16:uniqueId val="{00000000-E26F-4E6A-94FB-08ED8FE5CF00}"/>
            </c:ext>
          </c:extLst>
        </c:ser>
        <c:ser>
          <c:idx val="1"/>
          <c:order val="1"/>
          <c:tx>
            <c:strRef>
              <c:f>Sheet1!$A$3</c:f>
              <c:strCache>
                <c:ptCount val="1"/>
                <c:pt idx="0">
                  <c:v>Grad Students</c:v>
                </c:pt>
              </c:strCache>
            </c:strRef>
          </c:tx>
          <c:spPr>
            <a:solidFill>
              <a:schemeClr val="accent2"/>
            </a:solidFill>
            <a:ln>
              <a:noFill/>
            </a:ln>
            <a:effectLst/>
          </c:spPr>
          <c:invertIfNegative val="0"/>
          <c:cat>
            <c:strRef>
              <c:f>Sheet1!$B$1:$F$1</c:f>
              <c:strCache>
                <c:ptCount val="5"/>
                <c:pt idx="0">
                  <c:v>Never</c:v>
                </c:pt>
                <c:pt idx="1">
                  <c:v>Several/year</c:v>
                </c:pt>
                <c:pt idx="2">
                  <c:v>Several/mo</c:v>
                </c:pt>
                <c:pt idx="3">
                  <c:v>Several/wk</c:v>
                </c:pt>
                <c:pt idx="4">
                  <c:v>Daily</c:v>
                </c:pt>
              </c:strCache>
            </c:strRef>
          </c:cat>
          <c:val>
            <c:numRef>
              <c:f>Sheet1!$B$3:$F$3</c:f>
              <c:numCache>
                <c:formatCode>General</c:formatCode>
                <c:ptCount val="5"/>
                <c:pt idx="0">
                  <c:v>15.8</c:v>
                </c:pt>
                <c:pt idx="1">
                  <c:v>20</c:v>
                </c:pt>
                <c:pt idx="2">
                  <c:v>24.6</c:v>
                </c:pt>
                <c:pt idx="3">
                  <c:v>25.3</c:v>
                </c:pt>
                <c:pt idx="4">
                  <c:v>14.3</c:v>
                </c:pt>
              </c:numCache>
            </c:numRef>
          </c:val>
          <c:extLst>
            <c:ext xmlns:c16="http://schemas.microsoft.com/office/drawing/2014/chart" uri="{C3380CC4-5D6E-409C-BE32-E72D297353CC}">
              <c16:uniqueId val="{00000001-E26F-4E6A-94FB-08ED8FE5CF00}"/>
            </c:ext>
          </c:extLst>
        </c:ser>
        <c:ser>
          <c:idx val="2"/>
          <c:order val="2"/>
          <c:tx>
            <c:strRef>
              <c:f>Sheet1!$A$4</c:f>
              <c:strCache>
                <c:ptCount val="1"/>
                <c:pt idx="0">
                  <c:v>Faculty</c:v>
                </c:pt>
              </c:strCache>
            </c:strRef>
          </c:tx>
          <c:spPr>
            <a:solidFill>
              <a:schemeClr val="accent3"/>
            </a:solidFill>
            <a:ln>
              <a:noFill/>
            </a:ln>
            <a:effectLst/>
          </c:spPr>
          <c:invertIfNegative val="0"/>
          <c:cat>
            <c:strRef>
              <c:f>Sheet1!$B$1:$F$1</c:f>
              <c:strCache>
                <c:ptCount val="5"/>
                <c:pt idx="0">
                  <c:v>Never</c:v>
                </c:pt>
                <c:pt idx="1">
                  <c:v>Several/year</c:v>
                </c:pt>
                <c:pt idx="2">
                  <c:v>Several/mo</c:v>
                </c:pt>
                <c:pt idx="3">
                  <c:v>Several/wk</c:v>
                </c:pt>
                <c:pt idx="4">
                  <c:v>Daily</c:v>
                </c:pt>
              </c:strCache>
            </c:strRef>
          </c:cat>
          <c:val>
            <c:numRef>
              <c:f>Sheet1!$B$4:$F$4</c:f>
              <c:numCache>
                <c:formatCode>General</c:formatCode>
                <c:ptCount val="5"/>
                <c:pt idx="0">
                  <c:v>21.7</c:v>
                </c:pt>
                <c:pt idx="1">
                  <c:v>27.2</c:v>
                </c:pt>
                <c:pt idx="2">
                  <c:v>18.899999999999999</c:v>
                </c:pt>
                <c:pt idx="3">
                  <c:v>18</c:v>
                </c:pt>
                <c:pt idx="4">
                  <c:v>14.3</c:v>
                </c:pt>
              </c:numCache>
            </c:numRef>
          </c:val>
          <c:extLst>
            <c:ext xmlns:c16="http://schemas.microsoft.com/office/drawing/2014/chart" uri="{C3380CC4-5D6E-409C-BE32-E72D297353CC}">
              <c16:uniqueId val="{00000002-E26F-4E6A-94FB-08ED8FE5CF00}"/>
            </c:ext>
          </c:extLst>
        </c:ser>
        <c:ser>
          <c:idx val="3"/>
          <c:order val="3"/>
          <c:tx>
            <c:strRef>
              <c:f>Sheet1!$A$5</c:f>
              <c:strCache>
                <c:ptCount val="1"/>
                <c:pt idx="0">
                  <c:v>Staff</c:v>
                </c:pt>
              </c:strCache>
            </c:strRef>
          </c:tx>
          <c:spPr>
            <a:solidFill>
              <a:schemeClr val="accent4"/>
            </a:solidFill>
            <a:ln>
              <a:noFill/>
            </a:ln>
            <a:effectLst/>
          </c:spPr>
          <c:invertIfNegative val="0"/>
          <c:cat>
            <c:strRef>
              <c:f>Sheet1!$B$1:$F$1</c:f>
              <c:strCache>
                <c:ptCount val="5"/>
                <c:pt idx="0">
                  <c:v>Never</c:v>
                </c:pt>
                <c:pt idx="1">
                  <c:v>Several/year</c:v>
                </c:pt>
                <c:pt idx="2">
                  <c:v>Several/mo</c:v>
                </c:pt>
                <c:pt idx="3">
                  <c:v>Several/wk</c:v>
                </c:pt>
                <c:pt idx="4">
                  <c:v>Daily</c:v>
                </c:pt>
              </c:strCache>
            </c:strRef>
          </c:cat>
          <c:val>
            <c:numRef>
              <c:f>Sheet1!$B$5:$F$5</c:f>
              <c:numCache>
                <c:formatCode>General</c:formatCode>
                <c:ptCount val="5"/>
                <c:pt idx="0">
                  <c:v>29</c:v>
                </c:pt>
                <c:pt idx="1">
                  <c:v>22</c:v>
                </c:pt>
                <c:pt idx="2">
                  <c:v>18</c:v>
                </c:pt>
                <c:pt idx="3">
                  <c:v>18</c:v>
                </c:pt>
                <c:pt idx="4">
                  <c:v>12</c:v>
                </c:pt>
              </c:numCache>
            </c:numRef>
          </c:val>
          <c:extLst>
            <c:ext xmlns:c16="http://schemas.microsoft.com/office/drawing/2014/chart" uri="{C3380CC4-5D6E-409C-BE32-E72D297353CC}">
              <c16:uniqueId val="{00000003-E26F-4E6A-94FB-08ED8FE5CF00}"/>
            </c:ext>
          </c:extLst>
        </c:ser>
        <c:dLbls>
          <c:showLegendKey val="0"/>
          <c:showVal val="0"/>
          <c:showCatName val="0"/>
          <c:showSerName val="0"/>
          <c:showPercent val="0"/>
          <c:showBubbleSize val="0"/>
        </c:dLbls>
        <c:gapWidth val="219"/>
        <c:overlap val="-27"/>
        <c:axId val="330443503"/>
        <c:axId val="330432463"/>
      </c:barChart>
      <c:catAx>
        <c:axId val="33044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330432463"/>
        <c:crosses val="autoZero"/>
        <c:auto val="1"/>
        <c:lblAlgn val="ctr"/>
        <c:lblOffset val="100"/>
        <c:noMultiLvlLbl val="0"/>
      </c:catAx>
      <c:valAx>
        <c:axId val="330432463"/>
        <c:scaling>
          <c:orientation val="minMax"/>
        </c:scaling>
        <c:delete val="0"/>
        <c:axPos val="l"/>
        <c:majorGridlines>
          <c:spPr>
            <a:ln w="9525" cap="flat" cmpd="sng" algn="ctr">
              <a:solidFill>
                <a:schemeClr val="accent1">
                  <a:shade val="15000"/>
                  <a:alpha val="96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30443503"/>
        <c:crosses val="autoZero"/>
        <c:crossBetween val="between"/>
      </c:valAx>
      <c:spPr>
        <a:noFill/>
        <a:ln>
          <a:noFill/>
        </a:ln>
        <a:effectLst/>
      </c:spPr>
    </c:plotArea>
    <c:legend>
      <c:legendPos val="b"/>
      <c:layout>
        <c:manualLayout>
          <c:xMode val="edge"/>
          <c:yMode val="edge"/>
          <c:x val="0.10364747962179346"/>
          <c:y val="0.89186089407822777"/>
          <c:w val="0.78883194284043201"/>
          <c:h val="7.2042598741047195E-2"/>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6086B-93F8-4F29-B2EF-8EDD5934C4B7}"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0B2A0D-7207-486A-A250-D2215B0DA64A}" type="slidenum">
              <a:rPr lang="en-US" smtClean="0"/>
              <a:t>‹#›</a:t>
            </a:fld>
            <a:endParaRPr lang="en-US"/>
          </a:p>
        </p:txBody>
      </p:sp>
    </p:spTree>
    <p:extLst>
      <p:ext uri="{BB962C8B-B14F-4D97-AF65-F5344CB8AC3E}">
        <p14:creationId xmlns:p14="http://schemas.microsoft.com/office/powerpoint/2010/main" val="2981172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0B2A0D-7207-486A-A250-D2215B0DA64A}" type="slidenum">
              <a:rPr lang="en-US" smtClean="0"/>
              <a:t>11</a:t>
            </a:fld>
            <a:endParaRPr lang="en-US"/>
          </a:p>
        </p:txBody>
      </p:sp>
    </p:spTree>
    <p:extLst>
      <p:ext uri="{BB962C8B-B14F-4D97-AF65-F5344CB8AC3E}">
        <p14:creationId xmlns:p14="http://schemas.microsoft.com/office/powerpoint/2010/main" val="1768698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F466B-3BBE-C735-0D88-113ADC7F1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CBB021-36EA-3AFC-255C-42E07C088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9304C-30D3-EB76-24F3-08B2252CB3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C050DC-FB94-D17E-AF4B-64E80C42343B}"/>
              </a:ext>
            </a:extLst>
          </p:cNvPr>
          <p:cNvSpPr>
            <a:spLocks noGrp="1"/>
          </p:cNvSpPr>
          <p:nvPr>
            <p:ph type="sldNum" sz="quarter" idx="5"/>
          </p:nvPr>
        </p:nvSpPr>
        <p:spPr/>
        <p:txBody>
          <a:bodyPr/>
          <a:lstStyle/>
          <a:p>
            <a:fld id="{A90B2A0D-7207-486A-A250-D2215B0DA64A}" type="slidenum">
              <a:rPr lang="en-US" smtClean="0"/>
              <a:t>14</a:t>
            </a:fld>
            <a:endParaRPr lang="en-US"/>
          </a:p>
        </p:txBody>
      </p:sp>
    </p:spTree>
    <p:extLst>
      <p:ext uri="{BB962C8B-B14F-4D97-AF65-F5344CB8AC3E}">
        <p14:creationId xmlns:p14="http://schemas.microsoft.com/office/powerpoint/2010/main" val="3520086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89ED4-ADFA-B84A-D573-7327350EF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7ECC1-17BF-36B1-E0DC-6AA81ACA1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E2819-BB71-B722-2D8C-C31AF47215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970F69-C9A5-354A-0687-D0BBBEDFF578}"/>
              </a:ext>
            </a:extLst>
          </p:cNvPr>
          <p:cNvSpPr>
            <a:spLocks noGrp="1"/>
          </p:cNvSpPr>
          <p:nvPr>
            <p:ph type="sldNum" sz="quarter" idx="5"/>
          </p:nvPr>
        </p:nvSpPr>
        <p:spPr/>
        <p:txBody>
          <a:bodyPr/>
          <a:lstStyle/>
          <a:p>
            <a:fld id="{A90B2A0D-7207-486A-A250-D2215B0DA64A}" type="slidenum">
              <a:rPr lang="en-US" smtClean="0"/>
              <a:t>15</a:t>
            </a:fld>
            <a:endParaRPr lang="en-US"/>
          </a:p>
        </p:txBody>
      </p:sp>
    </p:spTree>
    <p:extLst>
      <p:ext uri="{BB962C8B-B14F-4D97-AF65-F5344CB8AC3E}">
        <p14:creationId xmlns:p14="http://schemas.microsoft.com/office/powerpoint/2010/main" val="958191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0B2A0D-7207-486A-A250-D2215B0DA64A}" type="slidenum">
              <a:rPr lang="en-US" smtClean="0"/>
              <a:t>17</a:t>
            </a:fld>
            <a:endParaRPr lang="en-US"/>
          </a:p>
        </p:txBody>
      </p:sp>
    </p:spTree>
    <p:extLst>
      <p:ext uri="{BB962C8B-B14F-4D97-AF65-F5344CB8AC3E}">
        <p14:creationId xmlns:p14="http://schemas.microsoft.com/office/powerpoint/2010/main" val="4054675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0B2A0D-7207-486A-A250-D2215B0DA64A}" type="slidenum">
              <a:rPr lang="en-US" smtClean="0"/>
              <a:t>21</a:t>
            </a:fld>
            <a:endParaRPr lang="en-US"/>
          </a:p>
        </p:txBody>
      </p:sp>
    </p:spTree>
    <p:extLst>
      <p:ext uri="{BB962C8B-B14F-4D97-AF65-F5344CB8AC3E}">
        <p14:creationId xmlns:p14="http://schemas.microsoft.com/office/powerpoint/2010/main" val="3745908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67F40-43EE-97AF-B685-F55D8871C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BBB6A-E7AC-8CCD-986C-080B5BCB09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83CD2-5A6B-5C58-3022-4CA4247A4F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49E364-AB06-DA49-1014-F6FE031516FF}"/>
              </a:ext>
            </a:extLst>
          </p:cNvPr>
          <p:cNvSpPr>
            <a:spLocks noGrp="1"/>
          </p:cNvSpPr>
          <p:nvPr>
            <p:ph type="sldNum" sz="quarter" idx="5"/>
          </p:nvPr>
        </p:nvSpPr>
        <p:spPr/>
        <p:txBody>
          <a:bodyPr/>
          <a:lstStyle/>
          <a:p>
            <a:fld id="{A90B2A0D-7207-486A-A250-D2215B0DA64A}" type="slidenum">
              <a:rPr lang="en-US" smtClean="0"/>
              <a:t>23</a:t>
            </a:fld>
            <a:endParaRPr lang="en-US"/>
          </a:p>
        </p:txBody>
      </p:sp>
    </p:spTree>
    <p:extLst>
      <p:ext uri="{BB962C8B-B14F-4D97-AF65-F5344CB8AC3E}">
        <p14:creationId xmlns:p14="http://schemas.microsoft.com/office/powerpoint/2010/main" val="736462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F11C7-2D77-0178-EED9-998C57D89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81285-2464-BE31-3ED6-228A110C7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F8E75-3D1E-A289-08FF-80B9442255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84F3FF-031F-1677-56F6-7424C9064E58}"/>
              </a:ext>
            </a:extLst>
          </p:cNvPr>
          <p:cNvSpPr>
            <a:spLocks noGrp="1"/>
          </p:cNvSpPr>
          <p:nvPr>
            <p:ph type="sldNum" sz="quarter" idx="5"/>
          </p:nvPr>
        </p:nvSpPr>
        <p:spPr/>
        <p:txBody>
          <a:bodyPr/>
          <a:lstStyle/>
          <a:p>
            <a:fld id="{A90B2A0D-7207-486A-A250-D2215B0DA64A}" type="slidenum">
              <a:rPr lang="en-US" smtClean="0"/>
              <a:t>24</a:t>
            </a:fld>
            <a:endParaRPr lang="en-US"/>
          </a:p>
        </p:txBody>
      </p:sp>
    </p:spTree>
    <p:extLst>
      <p:ext uri="{BB962C8B-B14F-4D97-AF65-F5344CB8AC3E}">
        <p14:creationId xmlns:p14="http://schemas.microsoft.com/office/powerpoint/2010/main" val="1720211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Discrepancy between the need to prepare students and who is responsible for doing so. Perhaps we need additional campus conversations about this question.</a:t>
            </a:r>
          </a:p>
          <a:p>
            <a:endParaRPr lang="en-US"/>
          </a:p>
          <a:p>
            <a:r>
              <a:rPr lang="en-US"/>
              <a:t>MLB takeaway: seems important; likely will need PD to help faculty understand what literacy looks like and where to send students to get it.</a:t>
            </a:r>
          </a:p>
        </p:txBody>
      </p:sp>
      <p:sp>
        <p:nvSpPr>
          <p:cNvPr id="4" name="Slide Number Placeholder 3"/>
          <p:cNvSpPr>
            <a:spLocks noGrp="1"/>
          </p:cNvSpPr>
          <p:nvPr>
            <p:ph type="sldNum" sz="quarter" idx="5"/>
          </p:nvPr>
        </p:nvSpPr>
        <p:spPr/>
        <p:txBody>
          <a:bodyPr/>
          <a:lstStyle/>
          <a:p>
            <a:fld id="{A90B2A0D-7207-486A-A250-D2215B0DA64A}" type="slidenum">
              <a:rPr lang="en-US" smtClean="0"/>
              <a:t>26</a:t>
            </a:fld>
            <a:endParaRPr lang="en-US"/>
          </a:p>
        </p:txBody>
      </p:sp>
    </p:spTree>
    <p:extLst>
      <p:ext uri="{BB962C8B-B14F-4D97-AF65-F5344CB8AC3E}">
        <p14:creationId xmlns:p14="http://schemas.microsoft.com/office/powerpoint/2010/main" val="2781295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Again, some stark differences across appointments. I wonder if the fact that they teach most of the large courses partially explains the teaching-track number.</a:t>
            </a:r>
          </a:p>
          <a:p>
            <a:endParaRPr lang="en-US"/>
          </a:p>
          <a:p>
            <a:r>
              <a:rPr lang="en-US"/>
              <a:t>MLB takeaway: "faculty" is a collective noun; it's our </a:t>
            </a:r>
            <a:r>
              <a:rPr lang="en-US" i="1"/>
              <a:t>collective </a:t>
            </a:r>
            <a:r>
              <a:rPr lang="en-US"/>
              <a:t>job; it's unclear which faculty would lead on these as learning objectives.</a:t>
            </a:r>
          </a:p>
          <a:p>
            <a:endParaRPr lang="en-US"/>
          </a:p>
          <a:p>
            <a:r>
              <a:rPr lang="en-US"/>
              <a:t>Faculty training and capacity is being supported by Libraries' AI Studio – is there a way to provide a badging type offering for students too? Similar to Ethics training and other trainings that benefit across student/staff/faculty?</a:t>
            </a:r>
          </a:p>
        </p:txBody>
      </p:sp>
      <p:sp>
        <p:nvSpPr>
          <p:cNvPr id="4" name="Slide Number Placeholder 3"/>
          <p:cNvSpPr>
            <a:spLocks noGrp="1"/>
          </p:cNvSpPr>
          <p:nvPr>
            <p:ph type="sldNum" sz="quarter" idx="5"/>
          </p:nvPr>
        </p:nvSpPr>
        <p:spPr/>
        <p:txBody>
          <a:bodyPr/>
          <a:lstStyle/>
          <a:p>
            <a:fld id="{A90B2A0D-7207-486A-A250-D2215B0DA64A}" type="slidenum">
              <a:rPr lang="en-US" smtClean="0"/>
              <a:t>27</a:t>
            </a:fld>
            <a:endParaRPr lang="en-US"/>
          </a:p>
        </p:txBody>
      </p:sp>
    </p:spTree>
    <p:extLst>
      <p:ext uri="{BB962C8B-B14F-4D97-AF65-F5344CB8AC3E}">
        <p14:creationId xmlns:p14="http://schemas.microsoft.com/office/powerpoint/2010/main" val="3005293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0B2A0D-7207-486A-A250-D2215B0DA64A}" type="slidenum">
              <a:rPr lang="en-US" smtClean="0"/>
              <a:t>28</a:t>
            </a:fld>
            <a:endParaRPr lang="en-US"/>
          </a:p>
        </p:txBody>
      </p:sp>
    </p:spTree>
    <p:extLst>
      <p:ext uri="{BB962C8B-B14F-4D97-AF65-F5344CB8AC3E}">
        <p14:creationId xmlns:p14="http://schemas.microsoft.com/office/powerpoint/2010/main" val="1547968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DFA0C-295D-3E9A-2303-AEA60E0E6E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8F231-0867-9670-BF60-4EE4F35C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C5B9C-1D4B-6994-8D41-5A62AD1175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356D15-82EA-029E-4B25-C46AAD930DE4}"/>
              </a:ext>
            </a:extLst>
          </p:cNvPr>
          <p:cNvSpPr>
            <a:spLocks noGrp="1"/>
          </p:cNvSpPr>
          <p:nvPr>
            <p:ph type="sldNum" sz="quarter" idx="5"/>
          </p:nvPr>
        </p:nvSpPr>
        <p:spPr/>
        <p:txBody>
          <a:bodyPr/>
          <a:lstStyle/>
          <a:p>
            <a:fld id="{A90B2A0D-7207-486A-A250-D2215B0DA64A}" type="slidenum">
              <a:rPr lang="en-US" smtClean="0"/>
              <a:t>29</a:t>
            </a:fld>
            <a:endParaRPr lang="en-US"/>
          </a:p>
        </p:txBody>
      </p:sp>
    </p:spTree>
    <p:extLst>
      <p:ext uri="{BB962C8B-B14F-4D97-AF65-F5344CB8AC3E}">
        <p14:creationId xmlns:p14="http://schemas.microsoft.com/office/powerpoint/2010/main" val="1048921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4AE25-01C2-2ABA-3136-E2EB0FB8F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F0486-9FDB-1B56-4F46-C764D2A0F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FE590-EC83-1B3F-8304-F9030674E1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62DFE9-03CB-535C-B5F5-608FB71A2F3A}"/>
              </a:ext>
            </a:extLst>
          </p:cNvPr>
          <p:cNvSpPr>
            <a:spLocks noGrp="1"/>
          </p:cNvSpPr>
          <p:nvPr>
            <p:ph type="sldNum" sz="quarter" idx="5"/>
          </p:nvPr>
        </p:nvSpPr>
        <p:spPr/>
        <p:txBody>
          <a:bodyPr/>
          <a:lstStyle/>
          <a:p>
            <a:fld id="{A90B2A0D-7207-486A-A250-D2215B0DA64A}" type="slidenum">
              <a:rPr lang="en-US" smtClean="0"/>
              <a:t>31</a:t>
            </a:fld>
            <a:endParaRPr lang="en-US"/>
          </a:p>
        </p:txBody>
      </p:sp>
    </p:spTree>
    <p:extLst>
      <p:ext uri="{BB962C8B-B14F-4D97-AF65-F5344CB8AC3E}">
        <p14:creationId xmlns:p14="http://schemas.microsoft.com/office/powerpoint/2010/main" val="363640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E8AD1-E347-49A0-C467-A3075E7B6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F5179-A287-8660-0D12-58F4A1EAA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020A9D-38B4-7119-FBFD-BB8F59379E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B7A23A-3D30-3C4B-1AFA-6AB97D8AAF55}"/>
              </a:ext>
            </a:extLst>
          </p:cNvPr>
          <p:cNvSpPr>
            <a:spLocks noGrp="1"/>
          </p:cNvSpPr>
          <p:nvPr>
            <p:ph type="sldNum" sz="quarter" idx="5"/>
          </p:nvPr>
        </p:nvSpPr>
        <p:spPr/>
        <p:txBody>
          <a:bodyPr/>
          <a:lstStyle/>
          <a:p>
            <a:fld id="{A90B2A0D-7207-486A-A250-D2215B0DA64A}" type="slidenum">
              <a:rPr lang="en-US" smtClean="0"/>
              <a:t>32</a:t>
            </a:fld>
            <a:endParaRPr lang="en-US"/>
          </a:p>
        </p:txBody>
      </p:sp>
    </p:spTree>
    <p:extLst>
      <p:ext uri="{BB962C8B-B14F-4D97-AF65-F5344CB8AC3E}">
        <p14:creationId xmlns:p14="http://schemas.microsoft.com/office/powerpoint/2010/main" val="563957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DFBDD-CE48-14BB-1041-1CF86345F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94E2D-5FE2-5B0C-D2FF-F1A9FD41F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06917-93C8-F5B1-5F32-3BE0998C29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E077D7-B85F-8453-DDAE-9B12918E263A}"/>
              </a:ext>
            </a:extLst>
          </p:cNvPr>
          <p:cNvSpPr>
            <a:spLocks noGrp="1"/>
          </p:cNvSpPr>
          <p:nvPr>
            <p:ph type="sldNum" sz="quarter" idx="5"/>
          </p:nvPr>
        </p:nvSpPr>
        <p:spPr/>
        <p:txBody>
          <a:bodyPr/>
          <a:lstStyle/>
          <a:p>
            <a:fld id="{A90B2A0D-7207-486A-A250-D2215B0DA64A}" type="slidenum">
              <a:rPr lang="en-US" smtClean="0"/>
              <a:t>33</a:t>
            </a:fld>
            <a:endParaRPr lang="en-US"/>
          </a:p>
        </p:txBody>
      </p:sp>
    </p:spTree>
    <p:extLst>
      <p:ext uri="{BB962C8B-B14F-4D97-AF65-F5344CB8AC3E}">
        <p14:creationId xmlns:p14="http://schemas.microsoft.com/office/powerpoint/2010/main" val="344605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31670-F8BE-50A4-B237-95315374E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B18F4-FB5A-4321-0094-CED7C4B0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0E5BC-45D8-0D27-5726-5C82CC7242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66A450-E5D8-C4DF-88A1-20B088090635}"/>
              </a:ext>
            </a:extLst>
          </p:cNvPr>
          <p:cNvSpPr>
            <a:spLocks noGrp="1"/>
          </p:cNvSpPr>
          <p:nvPr>
            <p:ph type="sldNum" sz="quarter" idx="5"/>
          </p:nvPr>
        </p:nvSpPr>
        <p:spPr/>
        <p:txBody>
          <a:bodyPr/>
          <a:lstStyle/>
          <a:p>
            <a:fld id="{A90B2A0D-7207-486A-A250-D2215B0DA64A}" type="slidenum">
              <a:rPr lang="en-US" smtClean="0"/>
              <a:t>35</a:t>
            </a:fld>
            <a:endParaRPr lang="en-US"/>
          </a:p>
        </p:txBody>
      </p:sp>
    </p:spTree>
    <p:extLst>
      <p:ext uri="{BB962C8B-B14F-4D97-AF65-F5344CB8AC3E}">
        <p14:creationId xmlns:p14="http://schemas.microsoft.com/office/powerpoint/2010/main" val="3335404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59A5A-2EE1-7E46-58B0-39871FCB0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C1527-4BD1-B044-CD6C-BA6A634BC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B2F11-0047-A97B-38C7-2F5447DE5307}"/>
              </a:ext>
            </a:extLst>
          </p:cNvPr>
          <p:cNvSpPr>
            <a:spLocks noGrp="1"/>
          </p:cNvSpPr>
          <p:nvPr>
            <p:ph type="body" idx="1"/>
          </p:nvPr>
        </p:nvSpPr>
        <p:spPr/>
        <p:txBody>
          <a:bodyPr/>
          <a:lstStyle/>
          <a:p>
            <a:r>
              <a:rPr lang="en-US" dirty="0"/>
              <a:t>Survey results seemingly summed up in one thoughtful comment, with four recommendations that require sustained attention – impactful training, clear guidance, space for dialogue &amp; dissent, and anticipation of potential far-reaching consequences.</a:t>
            </a:r>
          </a:p>
        </p:txBody>
      </p:sp>
      <p:sp>
        <p:nvSpPr>
          <p:cNvPr id="4" name="Slide Number Placeholder 3">
            <a:extLst>
              <a:ext uri="{FF2B5EF4-FFF2-40B4-BE49-F238E27FC236}">
                <a16:creationId xmlns:a16="http://schemas.microsoft.com/office/drawing/2014/main" id="{8ABDC8E6-EE1F-DC2E-1A77-6F90A7B841FB}"/>
              </a:ext>
            </a:extLst>
          </p:cNvPr>
          <p:cNvSpPr>
            <a:spLocks noGrp="1"/>
          </p:cNvSpPr>
          <p:nvPr>
            <p:ph type="sldNum" sz="quarter" idx="5"/>
          </p:nvPr>
        </p:nvSpPr>
        <p:spPr/>
        <p:txBody>
          <a:bodyPr/>
          <a:lstStyle/>
          <a:p>
            <a:fld id="{A90B2A0D-7207-486A-A250-D2215B0DA64A}" type="slidenum">
              <a:rPr lang="en-US" smtClean="0"/>
              <a:t>36</a:t>
            </a:fld>
            <a:endParaRPr lang="en-US"/>
          </a:p>
        </p:txBody>
      </p:sp>
    </p:spTree>
    <p:extLst>
      <p:ext uri="{BB962C8B-B14F-4D97-AF65-F5344CB8AC3E}">
        <p14:creationId xmlns:p14="http://schemas.microsoft.com/office/powerpoint/2010/main" val="1006671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67453-AC7E-61DF-7FD4-E0FEC98A5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DDC25-7E2D-2A67-B5A3-4A6020681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8E5A9F-23BF-46B6-3D91-A21D87B6A621}"/>
              </a:ext>
            </a:extLst>
          </p:cNvPr>
          <p:cNvSpPr>
            <a:spLocks noGrp="1"/>
          </p:cNvSpPr>
          <p:nvPr>
            <p:ph type="body" idx="1"/>
          </p:nvPr>
        </p:nvSpPr>
        <p:spPr/>
        <p:txBody>
          <a:bodyPr/>
          <a:lstStyle/>
          <a:p>
            <a:r>
              <a:rPr lang="en-US" dirty="0"/>
              <a:t>Survey results seemingly summed up in one thoughtful comment, with four recommendations that require sustained attention – impactful training, clear guidance, space for dialogue &amp; dissent, and anticipation of potential far-reaching consequences.</a:t>
            </a:r>
          </a:p>
        </p:txBody>
      </p:sp>
      <p:sp>
        <p:nvSpPr>
          <p:cNvPr id="4" name="Slide Number Placeholder 3">
            <a:extLst>
              <a:ext uri="{FF2B5EF4-FFF2-40B4-BE49-F238E27FC236}">
                <a16:creationId xmlns:a16="http://schemas.microsoft.com/office/drawing/2014/main" id="{48741582-585C-8236-1047-9F36F27F0921}"/>
              </a:ext>
            </a:extLst>
          </p:cNvPr>
          <p:cNvSpPr>
            <a:spLocks noGrp="1"/>
          </p:cNvSpPr>
          <p:nvPr>
            <p:ph type="sldNum" sz="quarter" idx="5"/>
          </p:nvPr>
        </p:nvSpPr>
        <p:spPr/>
        <p:txBody>
          <a:bodyPr/>
          <a:lstStyle/>
          <a:p>
            <a:fld id="{A90B2A0D-7207-486A-A250-D2215B0DA64A}" type="slidenum">
              <a:rPr lang="en-US" smtClean="0"/>
              <a:t>37</a:t>
            </a:fld>
            <a:endParaRPr lang="en-US"/>
          </a:p>
        </p:txBody>
      </p:sp>
    </p:spTree>
    <p:extLst>
      <p:ext uri="{BB962C8B-B14F-4D97-AF65-F5344CB8AC3E}">
        <p14:creationId xmlns:p14="http://schemas.microsoft.com/office/powerpoint/2010/main" val="1216305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Title"/>
          <p:cNvSpPr>
            <a:spLocks noGrp="1"/>
          </p:cNvSpPr>
          <p:nvPr>
            <p:ph type="title"/>
          </p:nvPr>
        </p:nvSpPr>
        <p:spPr>
          <a:xfrm>
            <a:off x="361951" y="169656"/>
            <a:ext cx="10972800" cy="4089077"/>
          </a:xfrm>
          <a:prstGeom prst="rect">
            <a:avLst/>
          </a:prstGeom>
        </p:spPr>
        <p:txBody>
          <a:bodyPr vert="horz" lIns="91440" tIns="45720" rIns="91440" bIns="45720" rtlCol="0" anchor="ctr">
            <a:normAutofit/>
          </a:bodyPr>
          <a:lstStyle/>
          <a:p>
            <a:r>
              <a:rPr lang="en-US"/>
              <a:t>Click to edit Master title style</a:t>
            </a:r>
          </a:p>
        </p:txBody>
      </p:sp>
      <p:sp>
        <p:nvSpPr>
          <p:cNvPr id="5" name="Department Name"/>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238224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7323-3E5E-5C20-CD2F-2CD544120A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39C92C-B50E-DBAE-1878-AF0AC6C8AF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3C82FE-FD29-0494-399E-0BABFE848269}"/>
              </a:ext>
            </a:extLst>
          </p:cNvPr>
          <p:cNvSpPr>
            <a:spLocks noGrp="1"/>
          </p:cNvSpPr>
          <p:nvPr>
            <p:ph type="dt" sz="half" idx="10"/>
          </p:nvPr>
        </p:nvSpPr>
        <p:spPr/>
        <p:txBody>
          <a:bodyPr/>
          <a:lstStyle/>
          <a:p>
            <a:fld id="{78E6E8E2-EF91-48DD-A8BE-51F672408F1D}" type="datetimeFigureOut">
              <a:rPr lang="en-US" smtClean="0"/>
              <a:t>2/23/26</a:t>
            </a:fld>
            <a:endParaRPr lang="en-US"/>
          </a:p>
        </p:txBody>
      </p:sp>
      <p:sp>
        <p:nvSpPr>
          <p:cNvPr id="5" name="Footer Placeholder 4">
            <a:extLst>
              <a:ext uri="{FF2B5EF4-FFF2-40B4-BE49-F238E27FC236}">
                <a16:creationId xmlns:a16="http://schemas.microsoft.com/office/drawing/2014/main" id="{111B28BD-C0F4-21F6-3AE9-02F443123F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944890-6735-59FF-30E5-16A4DC8AE48D}"/>
              </a:ext>
            </a:extLst>
          </p:cNvPr>
          <p:cNvSpPr>
            <a:spLocks noGrp="1"/>
          </p:cNvSpPr>
          <p:nvPr>
            <p:ph type="sldNum" sz="quarter" idx="12"/>
          </p:nvPr>
        </p:nvSpPr>
        <p:spPr/>
        <p:txBody>
          <a:bodyPr/>
          <a:lstStyle/>
          <a:p>
            <a:fld id="{391B2D44-6AB9-4AC9-9CC9-C5A97865798F}" type="slidenum">
              <a:rPr lang="en-US" smtClean="0"/>
              <a:t>‹#›</a:t>
            </a:fld>
            <a:endParaRPr lang="en-US"/>
          </a:p>
        </p:txBody>
      </p:sp>
    </p:spTree>
    <p:extLst>
      <p:ext uri="{BB962C8B-B14F-4D97-AF65-F5344CB8AC3E}">
        <p14:creationId xmlns:p14="http://schemas.microsoft.com/office/powerpoint/2010/main" val="1645703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DCC0-A5B6-D2E5-1BF9-BABE433898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8FB748-E3E4-5F0A-BC72-8D6A9A5B7E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37B34D-0929-5180-4062-E0F56D28DD05}"/>
              </a:ext>
            </a:extLst>
          </p:cNvPr>
          <p:cNvSpPr>
            <a:spLocks noGrp="1"/>
          </p:cNvSpPr>
          <p:nvPr>
            <p:ph type="dt" sz="half" idx="10"/>
          </p:nvPr>
        </p:nvSpPr>
        <p:spPr/>
        <p:txBody>
          <a:bodyPr/>
          <a:lstStyle/>
          <a:p>
            <a:fld id="{78E6E8E2-EF91-48DD-A8BE-51F672408F1D}" type="datetimeFigureOut">
              <a:rPr lang="en-US" smtClean="0"/>
              <a:t>2/23/26</a:t>
            </a:fld>
            <a:endParaRPr lang="en-US"/>
          </a:p>
        </p:txBody>
      </p:sp>
      <p:sp>
        <p:nvSpPr>
          <p:cNvPr id="5" name="Footer Placeholder 4">
            <a:extLst>
              <a:ext uri="{FF2B5EF4-FFF2-40B4-BE49-F238E27FC236}">
                <a16:creationId xmlns:a16="http://schemas.microsoft.com/office/drawing/2014/main" id="{FF7B3F06-1CBD-375B-4556-4008CC70E8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D99C98-B8A8-8DBB-83AA-A7C03AFE8CB1}"/>
              </a:ext>
            </a:extLst>
          </p:cNvPr>
          <p:cNvSpPr>
            <a:spLocks noGrp="1"/>
          </p:cNvSpPr>
          <p:nvPr>
            <p:ph type="sldNum" sz="quarter" idx="12"/>
          </p:nvPr>
        </p:nvSpPr>
        <p:spPr/>
        <p:txBody>
          <a:bodyPr/>
          <a:lstStyle/>
          <a:p>
            <a:fld id="{391B2D44-6AB9-4AC9-9CC9-C5A97865798F}" type="slidenum">
              <a:rPr lang="en-US" smtClean="0"/>
              <a:t>‹#›</a:t>
            </a:fld>
            <a:endParaRPr lang="en-US"/>
          </a:p>
        </p:txBody>
      </p:sp>
    </p:spTree>
    <p:extLst>
      <p:ext uri="{BB962C8B-B14F-4D97-AF65-F5344CB8AC3E}">
        <p14:creationId xmlns:p14="http://schemas.microsoft.com/office/powerpoint/2010/main" val="2803762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2" name="Text Placeholder 2">
            <a:extLst>
              <a:ext uri="{FF2B5EF4-FFF2-40B4-BE49-F238E27FC236}">
                <a16:creationId xmlns:a16="http://schemas.microsoft.com/office/drawing/2014/main" id="{7832506B-6AE1-9E41-404B-86928A940AD1}"/>
              </a:ext>
            </a:extLst>
          </p:cNvPr>
          <p:cNvSpPr>
            <a:spLocks noGrp="1"/>
          </p:cNvSpPr>
          <p:nvPr>
            <p:ph idx="1"/>
          </p:nvPr>
        </p:nvSpPr>
        <p:spPr>
          <a:xfrm>
            <a:off x="783560" y="4077303"/>
            <a:ext cx="5704024" cy="474131"/>
          </a:xfrm>
          <a:prstGeom prst="rect">
            <a:avLst/>
          </a:prstGeom>
        </p:spPr>
        <p:txBody>
          <a:bodyPr vert="horz" lIns="91440" tIns="45720" rIns="91440" bIns="45720" rtlCol="0">
            <a:normAutofit/>
          </a:bodyPr>
          <a:lstStyle/>
          <a:p>
            <a:pPr lvl="0"/>
            <a:r>
              <a:rPr lang="en-US"/>
              <a:t>Click to edit Master text styles</a:t>
            </a:r>
          </a:p>
        </p:txBody>
      </p:sp>
    </p:spTree>
    <p:extLst>
      <p:ext uri="{BB962C8B-B14F-4D97-AF65-F5344CB8AC3E}">
        <p14:creationId xmlns:p14="http://schemas.microsoft.com/office/powerpoint/2010/main" val="3569124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7323-3E5E-5C20-CD2F-2CD544120A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39C92C-B50E-DBAE-1878-AF0AC6C8AF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3C82FE-FD29-0494-399E-0BABFE848269}"/>
              </a:ext>
            </a:extLst>
          </p:cNvPr>
          <p:cNvSpPr>
            <a:spLocks noGrp="1"/>
          </p:cNvSpPr>
          <p:nvPr>
            <p:ph type="dt" sz="half" idx="10"/>
          </p:nvPr>
        </p:nvSpPr>
        <p:spPr/>
        <p:txBody>
          <a:bodyPr/>
          <a:lstStyle/>
          <a:p>
            <a:fld id="{78E6E8E2-EF91-48DD-A8BE-51F672408F1D}" type="datetimeFigureOut">
              <a:rPr lang="en-US" smtClean="0"/>
              <a:t>2/23/26</a:t>
            </a:fld>
            <a:endParaRPr lang="en-US"/>
          </a:p>
        </p:txBody>
      </p:sp>
      <p:sp>
        <p:nvSpPr>
          <p:cNvPr id="5" name="Footer Placeholder 4">
            <a:extLst>
              <a:ext uri="{FF2B5EF4-FFF2-40B4-BE49-F238E27FC236}">
                <a16:creationId xmlns:a16="http://schemas.microsoft.com/office/drawing/2014/main" id="{111B28BD-C0F4-21F6-3AE9-02F443123F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944890-6735-59FF-30E5-16A4DC8AE48D}"/>
              </a:ext>
            </a:extLst>
          </p:cNvPr>
          <p:cNvSpPr>
            <a:spLocks noGrp="1"/>
          </p:cNvSpPr>
          <p:nvPr>
            <p:ph type="sldNum" sz="quarter" idx="12"/>
          </p:nvPr>
        </p:nvSpPr>
        <p:spPr/>
        <p:txBody>
          <a:bodyPr/>
          <a:lstStyle/>
          <a:p>
            <a:fld id="{391B2D44-6AB9-4AC9-9CC9-C5A97865798F}" type="slidenum">
              <a:rPr lang="en-US" smtClean="0"/>
              <a:t>‹#›</a:t>
            </a:fld>
            <a:endParaRPr lang="en-US"/>
          </a:p>
        </p:txBody>
      </p:sp>
    </p:spTree>
    <p:extLst>
      <p:ext uri="{BB962C8B-B14F-4D97-AF65-F5344CB8AC3E}">
        <p14:creationId xmlns:p14="http://schemas.microsoft.com/office/powerpoint/2010/main" val="3992369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DCC0-A5B6-D2E5-1BF9-BABE433898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8FB748-E3E4-5F0A-BC72-8D6A9A5B7E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37B34D-0929-5180-4062-E0F56D28DD05}"/>
              </a:ext>
            </a:extLst>
          </p:cNvPr>
          <p:cNvSpPr>
            <a:spLocks noGrp="1"/>
          </p:cNvSpPr>
          <p:nvPr>
            <p:ph type="dt" sz="half" idx="10"/>
          </p:nvPr>
        </p:nvSpPr>
        <p:spPr/>
        <p:txBody>
          <a:bodyPr/>
          <a:lstStyle/>
          <a:p>
            <a:fld id="{78E6E8E2-EF91-48DD-A8BE-51F672408F1D}" type="datetimeFigureOut">
              <a:rPr lang="en-US" smtClean="0"/>
              <a:t>2/23/26</a:t>
            </a:fld>
            <a:endParaRPr lang="en-US"/>
          </a:p>
        </p:txBody>
      </p:sp>
      <p:sp>
        <p:nvSpPr>
          <p:cNvPr id="5" name="Footer Placeholder 4">
            <a:extLst>
              <a:ext uri="{FF2B5EF4-FFF2-40B4-BE49-F238E27FC236}">
                <a16:creationId xmlns:a16="http://schemas.microsoft.com/office/drawing/2014/main" id="{FF7B3F06-1CBD-375B-4556-4008CC70E8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D99C98-B8A8-8DBB-83AA-A7C03AFE8CB1}"/>
              </a:ext>
            </a:extLst>
          </p:cNvPr>
          <p:cNvSpPr>
            <a:spLocks noGrp="1"/>
          </p:cNvSpPr>
          <p:nvPr>
            <p:ph type="sldNum" sz="quarter" idx="12"/>
          </p:nvPr>
        </p:nvSpPr>
        <p:spPr/>
        <p:txBody>
          <a:bodyPr/>
          <a:lstStyle/>
          <a:p>
            <a:fld id="{391B2D44-6AB9-4AC9-9CC9-C5A97865798F}" type="slidenum">
              <a:rPr lang="en-US" smtClean="0"/>
              <a:t>‹#›</a:t>
            </a:fld>
            <a:endParaRPr lang="en-US"/>
          </a:p>
        </p:txBody>
      </p:sp>
    </p:spTree>
    <p:extLst>
      <p:ext uri="{BB962C8B-B14F-4D97-AF65-F5344CB8AC3E}">
        <p14:creationId xmlns:p14="http://schemas.microsoft.com/office/powerpoint/2010/main" val="3814532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A">
    <p:spTree>
      <p:nvGrpSpPr>
        <p:cNvPr id="1" name=""/>
        <p:cNvGrpSpPr/>
        <p:nvPr/>
      </p:nvGrpSpPr>
      <p:grpSpPr>
        <a:xfrm>
          <a:off x="0" y="0"/>
          <a:ext cx="0" cy="0"/>
          <a:chOff x="0" y="0"/>
          <a:chExt cx="0" cy="0"/>
        </a:xfrm>
      </p:grpSpPr>
      <p:pic>
        <p:nvPicPr>
          <p:cNvPr id="3" name="Picture 2" descr="A picture containing skiing, snow, slope&#10;&#10;Description automatically generated">
            <a:extLst>
              <a:ext uri="{FF2B5EF4-FFF2-40B4-BE49-F238E27FC236}">
                <a16:creationId xmlns:a16="http://schemas.microsoft.com/office/drawing/2014/main" id="{3F13BE34-2C7F-4742-86AB-1F433C7F6BAD}"/>
              </a:ext>
            </a:extLst>
          </p:cNvPr>
          <p:cNvPicPr>
            <a:picLocks noChangeAspect="1"/>
          </p:cNvPicPr>
          <p:nvPr/>
        </p:nvPicPr>
        <p:blipFill>
          <a:blip r:embed="rId2"/>
          <a:stretch>
            <a:fillRect/>
          </a:stretch>
        </p:blipFill>
        <p:spPr>
          <a:xfrm>
            <a:off x="0" y="0"/>
            <a:ext cx="12192000" cy="6858000"/>
          </a:xfrm>
          <a:prstGeom prst="rect">
            <a:avLst/>
          </a:prstGeom>
        </p:spPr>
      </p:pic>
      <p:sp>
        <p:nvSpPr>
          <p:cNvPr id="8" name="Title 1"/>
          <p:cNvSpPr>
            <a:spLocks noGrp="1"/>
          </p:cNvSpPr>
          <p:nvPr>
            <p:ph type="title"/>
          </p:nvPr>
        </p:nvSpPr>
        <p:spPr>
          <a:xfrm>
            <a:off x="505685" y="1802654"/>
            <a:ext cx="10696239" cy="2086825"/>
          </a:xfrm>
        </p:spPr>
        <p:txBody>
          <a:bodyPr anchor="b">
            <a:noAutofit/>
          </a:bodyPr>
          <a:lstStyle>
            <a:lvl1pPr algn="l">
              <a:defRPr sz="6000">
                <a:solidFill>
                  <a:schemeClr val="bg1"/>
                </a:solidFill>
              </a:defRPr>
            </a:lvl1pPr>
          </a:lstStyle>
          <a:p>
            <a:r>
              <a:rPr lang="en-US"/>
              <a:t>Click to edit Master title style</a:t>
            </a:r>
          </a:p>
        </p:txBody>
      </p:sp>
      <p:sp>
        <p:nvSpPr>
          <p:cNvPr id="9" name="Text Placeholder 2"/>
          <p:cNvSpPr>
            <a:spLocks noGrp="1"/>
          </p:cNvSpPr>
          <p:nvPr>
            <p:ph type="body" idx="1"/>
          </p:nvPr>
        </p:nvSpPr>
        <p:spPr>
          <a:xfrm>
            <a:off x="533396" y="3952635"/>
            <a:ext cx="10696238" cy="726140"/>
          </a:xfrm>
        </p:spPr>
        <p:txBody>
          <a:bodyPr>
            <a:noAutofit/>
          </a:bodyPr>
          <a:lstStyle>
            <a:lvl1pPr marL="0" indent="0" algn="l">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14">
            <a:extLst>
              <a:ext uri="{FF2B5EF4-FFF2-40B4-BE49-F238E27FC236}">
                <a16:creationId xmlns:a16="http://schemas.microsoft.com/office/drawing/2014/main" id="{257677B3-F4EF-3B4F-BAB8-93395C8FDF3D}"/>
              </a:ext>
            </a:extLst>
          </p:cNvPr>
          <p:cNvSpPr>
            <a:spLocks noGrp="1"/>
          </p:cNvSpPr>
          <p:nvPr>
            <p:ph type="body" sz="quarter" idx="10"/>
          </p:nvPr>
        </p:nvSpPr>
        <p:spPr>
          <a:xfrm>
            <a:off x="533395" y="5257815"/>
            <a:ext cx="5410200" cy="314325"/>
          </a:xfrm>
        </p:spPr>
        <p:txBody>
          <a:bodyPr>
            <a:noAutofit/>
          </a:bodyPr>
          <a:lstStyle>
            <a:lvl1pPr marL="0" indent="0">
              <a:buNone/>
              <a:defRPr sz="1800">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8" name="Text Placeholder 14">
            <a:extLst>
              <a:ext uri="{FF2B5EF4-FFF2-40B4-BE49-F238E27FC236}">
                <a16:creationId xmlns:a16="http://schemas.microsoft.com/office/drawing/2014/main" id="{DDDA9ED2-0687-FC4F-82A2-402184DF88E7}"/>
              </a:ext>
            </a:extLst>
          </p:cNvPr>
          <p:cNvSpPr>
            <a:spLocks noGrp="1"/>
          </p:cNvSpPr>
          <p:nvPr>
            <p:ph type="body" sz="quarter" idx="11"/>
          </p:nvPr>
        </p:nvSpPr>
        <p:spPr>
          <a:xfrm>
            <a:off x="533395" y="5657865"/>
            <a:ext cx="5410200" cy="314325"/>
          </a:xfrm>
        </p:spPr>
        <p:txBody>
          <a:bodyPr>
            <a:noAutofit/>
          </a:bodyPr>
          <a:lstStyle>
            <a:lvl1pPr marL="0" indent="0">
              <a:buNone/>
              <a:defRPr sz="1800">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12" name="Picture 11" descr="A picture containing text&#10;&#10;Description automatically generated">
            <a:extLst>
              <a:ext uri="{FF2B5EF4-FFF2-40B4-BE49-F238E27FC236}">
                <a16:creationId xmlns:a16="http://schemas.microsoft.com/office/drawing/2014/main" id="{DD963A71-30DB-AF4C-8CA6-FE2287C1F038}"/>
              </a:ext>
            </a:extLst>
          </p:cNvPr>
          <p:cNvPicPr>
            <a:picLocks noChangeAspect="1"/>
          </p:cNvPicPr>
          <p:nvPr/>
        </p:nvPicPr>
        <p:blipFill>
          <a:blip r:embed="rId3"/>
          <a:stretch>
            <a:fillRect/>
          </a:stretch>
        </p:blipFill>
        <p:spPr>
          <a:xfrm>
            <a:off x="588815" y="548733"/>
            <a:ext cx="2625435" cy="718641"/>
          </a:xfrm>
          <a:prstGeom prst="rect">
            <a:avLst/>
          </a:prstGeom>
        </p:spPr>
      </p:pic>
    </p:spTree>
    <p:extLst>
      <p:ext uri="{BB962C8B-B14F-4D97-AF65-F5344CB8AC3E}">
        <p14:creationId xmlns:p14="http://schemas.microsoft.com/office/powerpoint/2010/main" val="524992426"/>
      </p:ext>
    </p:extLst>
  </p:cSld>
  <p:clrMapOvr>
    <a:masterClrMapping/>
  </p:clrMapOvr>
  <p:extLst>
    <p:ext uri="{DCECCB84-F9BA-43D5-87BE-67443E8EF086}">
      <p15:sldGuideLst xmlns:p15="http://schemas.microsoft.com/office/powerpoint/2012/main">
        <p15:guide id="3" pos="480">
          <p15:clr>
            <a:srgbClr val="FBAE40"/>
          </p15:clr>
        </p15:guide>
        <p15:guide id="4" pos="722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7_Cover A">
    <p:spTree>
      <p:nvGrpSpPr>
        <p:cNvPr id="1" name=""/>
        <p:cNvGrpSpPr/>
        <p:nvPr/>
      </p:nvGrpSpPr>
      <p:grpSpPr>
        <a:xfrm>
          <a:off x="0" y="0"/>
          <a:ext cx="0" cy="0"/>
          <a:chOff x="0" y="0"/>
          <a:chExt cx="0" cy="0"/>
        </a:xfrm>
      </p:grpSpPr>
      <p:pic>
        <p:nvPicPr>
          <p:cNvPr id="19" name="Picture 18" descr="A picture containing slope, hill, skiing&#10;&#10;Description automatically generated">
            <a:extLst>
              <a:ext uri="{FF2B5EF4-FFF2-40B4-BE49-F238E27FC236}">
                <a16:creationId xmlns:a16="http://schemas.microsoft.com/office/drawing/2014/main" id="{A639ABD4-BE37-7144-8803-B03332C383AC}"/>
              </a:ext>
            </a:extLst>
          </p:cNvPr>
          <p:cNvPicPr>
            <a:picLocks noChangeAspect="1"/>
          </p:cNvPicPr>
          <p:nvPr/>
        </p:nvPicPr>
        <p:blipFill>
          <a:blip r:embed="rId2"/>
          <a:stretch>
            <a:fillRect/>
          </a:stretch>
        </p:blipFill>
        <p:spPr>
          <a:xfrm>
            <a:off x="0" y="0"/>
            <a:ext cx="12192000" cy="6858000"/>
          </a:xfrm>
          <a:prstGeom prst="rect">
            <a:avLst/>
          </a:prstGeom>
        </p:spPr>
      </p:pic>
      <p:sp>
        <p:nvSpPr>
          <p:cNvPr id="8" name="Title 1"/>
          <p:cNvSpPr>
            <a:spLocks noGrp="1"/>
          </p:cNvSpPr>
          <p:nvPr>
            <p:ph type="title"/>
          </p:nvPr>
        </p:nvSpPr>
        <p:spPr>
          <a:xfrm>
            <a:off x="505685" y="1802654"/>
            <a:ext cx="10696239" cy="2086825"/>
          </a:xfrm>
        </p:spPr>
        <p:txBody>
          <a:bodyPr anchor="b">
            <a:noAutofit/>
          </a:bodyPr>
          <a:lstStyle>
            <a:lvl1pPr algn="l">
              <a:defRPr sz="6000">
                <a:solidFill>
                  <a:schemeClr val="bg1"/>
                </a:solidFill>
              </a:defRPr>
            </a:lvl1pPr>
          </a:lstStyle>
          <a:p>
            <a:r>
              <a:rPr lang="en-US"/>
              <a:t>Click to edit Master title style</a:t>
            </a:r>
          </a:p>
        </p:txBody>
      </p:sp>
      <p:sp>
        <p:nvSpPr>
          <p:cNvPr id="9" name="Text Placeholder 2"/>
          <p:cNvSpPr>
            <a:spLocks noGrp="1"/>
          </p:cNvSpPr>
          <p:nvPr>
            <p:ph type="body" idx="1"/>
          </p:nvPr>
        </p:nvSpPr>
        <p:spPr>
          <a:xfrm>
            <a:off x="533396" y="3952635"/>
            <a:ext cx="10696238" cy="726140"/>
          </a:xfrm>
        </p:spPr>
        <p:txBody>
          <a:bodyPr>
            <a:noAutofit/>
          </a:bodyPr>
          <a:lstStyle>
            <a:lvl1pPr marL="0" indent="0" algn="l">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14">
            <a:extLst>
              <a:ext uri="{FF2B5EF4-FFF2-40B4-BE49-F238E27FC236}">
                <a16:creationId xmlns:a16="http://schemas.microsoft.com/office/drawing/2014/main" id="{257677B3-F4EF-3B4F-BAB8-93395C8FDF3D}"/>
              </a:ext>
            </a:extLst>
          </p:cNvPr>
          <p:cNvSpPr>
            <a:spLocks noGrp="1"/>
          </p:cNvSpPr>
          <p:nvPr>
            <p:ph type="body" sz="quarter" idx="10"/>
          </p:nvPr>
        </p:nvSpPr>
        <p:spPr>
          <a:xfrm>
            <a:off x="533395" y="5257815"/>
            <a:ext cx="5410200" cy="314325"/>
          </a:xfrm>
        </p:spPr>
        <p:txBody>
          <a:bodyPr>
            <a:noAutofit/>
          </a:bodyPr>
          <a:lstStyle>
            <a:lvl1pPr marL="0" indent="0">
              <a:buNone/>
              <a:defRPr sz="1800">
                <a:solidFill>
                  <a:schemeClr val="tx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8" name="Text Placeholder 14">
            <a:extLst>
              <a:ext uri="{FF2B5EF4-FFF2-40B4-BE49-F238E27FC236}">
                <a16:creationId xmlns:a16="http://schemas.microsoft.com/office/drawing/2014/main" id="{DDDA9ED2-0687-FC4F-82A2-402184DF88E7}"/>
              </a:ext>
            </a:extLst>
          </p:cNvPr>
          <p:cNvSpPr>
            <a:spLocks noGrp="1"/>
          </p:cNvSpPr>
          <p:nvPr>
            <p:ph type="body" sz="quarter" idx="11"/>
          </p:nvPr>
        </p:nvSpPr>
        <p:spPr>
          <a:xfrm>
            <a:off x="533395" y="5657865"/>
            <a:ext cx="5410200" cy="314325"/>
          </a:xfrm>
        </p:spPr>
        <p:txBody>
          <a:bodyPr>
            <a:noAutofit/>
          </a:bodyPr>
          <a:lstStyle>
            <a:lvl1pPr marL="0" indent="0">
              <a:buNone/>
              <a:defRPr sz="1800">
                <a:solidFill>
                  <a:schemeClr val="tx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12" name="Picture 11" descr="A picture containing text&#10;&#10;Description automatically generated">
            <a:extLst>
              <a:ext uri="{FF2B5EF4-FFF2-40B4-BE49-F238E27FC236}">
                <a16:creationId xmlns:a16="http://schemas.microsoft.com/office/drawing/2014/main" id="{DD963A71-30DB-AF4C-8CA6-FE2287C1F038}"/>
              </a:ext>
            </a:extLst>
          </p:cNvPr>
          <p:cNvPicPr>
            <a:picLocks noChangeAspect="1"/>
          </p:cNvPicPr>
          <p:nvPr/>
        </p:nvPicPr>
        <p:blipFill>
          <a:blip r:embed="rId3"/>
          <a:stretch>
            <a:fillRect/>
          </a:stretch>
        </p:blipFill>
        <p:spPr>
          <a:xfrm>
            <a:off x="588815" y="548733"/>
            <a:ext cx="2625435" cy="718641"/>
          </a:xfrm>
          <a:prstGeom prst="rect">
            <a:avLst/>
          </a:prstGeom>
        </p:spPr>
      </p:pic>
    </p:spTree>
    <p:extLst>
      <p:ext uri="{BB962C8B-B14F-4D97-AF65-F5344CB8AC3E}">
        <p14:creationId xmlns:p14="http://schemas.microsoft.com/office/powerpoint/2010/main" val="1552487708"/>
      </p:ext>
    </p:extLst>
  </p:cSld>
  <p:clrMapOvr>
    <a:masterClrMapping/>
  </p:clrMapOvr>
  <p:extLst>
    <p:ext uri="{DCECCB84-F9BA-43D5-87BE-67443E8EF086}">
      <p15:sldGuideLst xmlns:p15="http://schemas.microsoft.com/office/powerpoint/2012/main">
        <p15:guide id="3" pos="480">
          <p15:clr>
            <a:srgbClr val="FBAE40"/>
          </p15:clr>
        </p15:guide>
        <p15:guide id="4" pos="722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A">
    <p:spTree>
      <p:nvGrpSpPr>
        <p:cNvPr id="1" name=""/>
        <p:cNvGrpSpPr/>
        <p:nvPr/>
      </p:nvGrpSpPr>
      <p:grpSpPr>
        <a:xfrm>
          <a:off x="0" y="0"/>
          <a:ext cx="0" cy="0"/>
          <a:chOff x="0" y="0"/>
          <a:chExt cx="0" cy="0"/>
        </a:xfrm>
      </p:grpSpPr>
      <p:pic>
        <p:nvPicPr>
          <p:cNvPr id="3" name="Picture 2" descr="A picture containing snow, dark, skiing, covered&#10;&#10;Description automatically generated">
            <a:extLst>
              <a:ext uri="{FF2B5EF4-FFF2-40B4-BE49-F238E27FC236}">
                <a16:creationId xmlns:a16="http://schemas.microsoft.com/office/drawing/2014/main" id="{A49CDC17-E8DE-454D-A88A-120C5A1AB1EE}"/>
              </a:ext>
            </a:extLst>
          </p:cNvPr>
          <p:cNvPicPr>
            <a:picLocks noChangeAspect="1"/>
          </p:cNvPicPr>
          <p:nvPr/>
        </p:nvPicPr>
        <p:blipFill>
          <a:blip r:embed="rId2"/>
          <a:stretch>
            <a:fillRect/>
          </a:stretch>
        </p:blipFill>
        <p:spPr>
          <a:xfrm>
            <a:off x="0" y="0"/>
            <a:ext cx="12192000" cy="6858000"/>
          </a:xfrm>
          <a:prstGeom prst="rect">
            <a:avLst/>
          </a:prstGeom>
        </p:spPr>
      </p:pic>
      <p:sp>
        <p:nvSpPr>
          <p:cNvPr id="10" name="Title 1"/>
          <p:cNvSpPr>
            <a:spLocks noGrp="1"/>
          </p:cNvSpPr>
          <p:nvPr>
            <p:ph type="title"/>
          </p:nvPr>
        </p:nvSpPr>
        <p:spPr>
          <a:xfrm>
            <a:off x="556260" y="2626417"/>
            <a:ext cx="11079480" cy="1156809"/>
          </a:xfrm>
        </p:spPr>
        <p:txBody>
          <a:bodyPr anchor="t" anchorCtr="0">
            <a:noAutofit/>
          </a:bodyPr>
          <a:lstStyle>
            <a:lvl1pPr algn="ctr">
              <a:defRPr sz="6000">
                <a:solidFill>
                  <a:schemeClr val="bg1"/>
                </a:solidFill>
              </a:defRPr>
            </a:lvl1pPr>
          </a:lstStyle>
          <a:p>
            <a:r>
              <a:rPr lang="en-US"/>
              <a:t>Click to edit Master title style</a:t>
            </a:r>
          </a:p>
        </p:txBody>
      </p:sp>
      <p:sp>
        <p:nvSpPr>
          <p:cNvPr id="11" name="Text Placeholder 5">
            <a:extLst>
              <a:ext uri="{FF2B5EF4-FFF2-40B4-BE49-F238E27FC236}">
                <a16:creationId xmlns:a16="http://schemas.microsoft.com/office/drawing/2014/main" id="{0D9795C1-D152-B640-81E1-08A233E87147}"/>
              </a:ext>
            </a:extLst>
          </p:cNvPr>
          <p:cNvSpPr>
            <a:spLocks noGrp="1"/>
          </p:cNvSpPr>
          <p:nvPr>
            <p:ph type="body" sz="quarter" idx="16" hasCustomPrompt="1"/>
          </p:nvPr>
        </p:nvSpPr>
        <p:spPr>
          <a:xfrm>
            <a:off x="556261" y="2260656"/>
            <a:ext cx="11079479" cy="365760"/>
          </a:xfrm>
        </p:spPr>
        <p:txBody>
          <a:bodyPr>
            <a:noAutofit/>
          </a:bodyPr>
          <a:lstStyle>
            <a:lvl1pPr marL="0" indent="0" algn="ctr">
              <a:buNone/>
              <a:defRPr sz="1800" b="1" cap="all" spc="170" baseline="0">
                <a:solidFill>
                  <a:schemeClr val="accent1"/>
                </a:solidFill>
              </a:defRPr>
            </a:lvl1pPr>
          </a:lstStyle>
          <a:p>
            <a:pPr lvl="0"/>
            <a:r>
              <a:rPr lang="en-US"/>
              <a:t>Subtitle</a:t>
            </a:r>
          </a:p>
        </p:txBody>
      </p:sp>
      <p:sp>
        <p:nvSpPr>
          <p:cNvPr id="9" name="TextBox 8">
            <a:extLst>
              <a:ext uri="{FF2B5EF4-FFF2-40B4-BE49-F238E27FC236}">
                <a16:creationId xmlns:a16="http://schemas.microsoft.com/office/drawing/2014/main" id="{B03793F4-C58C-E34E-B4F9-D33ACD0ACD4A}"/>
              </a:ext>
            </a:extLst>
          </p:cNvPr>
          <p:cNvSpPr txBox="1"/>
          <p:nvPr/>
        </p:nvSpPr>
        <p:spPr>
          <a:xfrm>
            <a:off x="2516449" y="6226999"/>
            <a:ext cx="7159102" cy="276999"/>
          </a:xfrm>
          <a:prstGeom prst="rect">
            <a:avLst/>
          </a:prstGeom>
          <a:noFill/>
        </p:spPr>
        <p:txBody>
          <a:bodyPr wrap="square" rtlCol="0" anchor="ctr" anchorCtr="0">
            <a:spAutoFit/>
          </a:bodyPr>
          <a:lstStyle/>
          <a:p>
            <a:pPr algn="ctr"/>
            <a:r>
              <a:rPr lang="en-US" sz="1200" b="0" spc="180" baseline="0">
                <a:solidFill>
                  <a:schemeClr val="accent1"/>
                </a:solidFill>
              </a:rPr>
              <a:t>THE UNIVERSITY OF NORTH CAROLINA AT CHAPEL HILL</a:t>
            </a:r>
            <a:endParaRPr lang="en-US" sz="1200" b="0" i="1" spc="180" baseline="0">
              <a:solidFill>
                <a:schemeClr val="accent1"/>
              </a:solidFill>
            </a:endParaRPr>
          </a:p>
        </p:txBody>
      </p:sp>
    </p:spTree>
    <p:extLst>
      <p:ext uri="{BB962C8B-B14F-4D97-AF65-F5344CB8AC3E}">
        <p14:creationId xmlns:p14="http://schemas.microsoft.com/office/powerpoint/2010/main" val="567338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Divider A">
    <p:spTree>
      <p:nvGrpSpPr>
        <p:cNvPr id="1" name=""/>
        <p:cNvGrpSpPr/>
        <p:nvPr/>
      </p:nvGrpSpPr>
      <p:grpSpPr>
        <a:xfrm>
          <a:off x="0" y="0"/>
          <a:ext cx="0" cy="0"/>
          <a:chOff x="0" y="0"/>
          <a:chExt cx="0" cy="0"/>
        </a:xfrm>
      </p:grpSpPr>
      <p:pic>
        <p:nvPicPr>
          <p:cNvPr id="3" name="Picture 2" descr="A picture containing airplane, plane&#10;&#10;Description automatically generated">
            <a:extLst>
              <a:ext uri="{FF2B5EF4-FFF2-40B4-BE49-F238E27FC236}">
                <a16:creationId xmlns:a16="http://schemas.microsoft.com/office/drawing/2014/main" id="{4B51F1BC-EB0D-0B4D-AC2F-066F7381C5A0}"/>
              </a:ext>
            </a:extLst>
          </p:cNvPr>
          <p:cNvPicPr>
            <a:picLocks noChangeAspect="1"/>
          </p:cNvPicPr>
          <p:nvPr/>
        </p:nvPicPr>
        <p:blipFill>
          <a:blip r:embed="rId2"/>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015E196E-9CC7-D04D-B6B6-B8AE4CFC9C21}"/>
              </a:ext>
            </a:extLst>
          </p:cNvPr>
          <p:cNvSpPr>
            <a:spLocks noGrp="1"/>
          </p:cNvSpPr>
          <p:nvPr>
            <p:ph type="title"/>
          </p:nvPr>
        </p:nvSpPr>
        <p:spPr>
          <a:xfrm>
            <a:off x="556260" y="2626417"/>
            <a:ext cx="11079480" cy="1156809"/>
          </a:xfrm>
        </p:spPr>
        <p:txBody>
          <a:bodyPr anchor="t" anchorCtr="0">
            <a:noAutofit/>
          </a:bodyPr>
          <a:lstStyle>
            <a:lvl1pPr algn="ctr">
              <a:defRPr sz="6000">
                <a:solidFill>
                  <a:schemeClr val="bg1"/>
                </a:solidFill>
              </a:defRPr>
            </a:lvl1pPr>
          </a:lstStyle>
          <a:p>
            <a:r>
              <a:rPr lang="en-US"/>
              <a:t>Click to edit Master title style</a:t>
            </a:r>
          </a:p>
        </p:txBody>
      </p:sp>
      <p:sp>
        <p:nvSpPr>
          <p:cNvPr id="7" name="Text Placeholder 5">
            <a:extLst>
              <a:ext uri="{FF2B5EF4-FFF2-40B4-BE49-F238E27FC236}">
                <a16:creationId xmlns:a16="http://schemas.microsoft.com/office/drawing/2014/main" id="{D792E69A-9710-9247-94F3-6D82C3FCC33D}"/>
              </a:ext>
            </a:extLst>
          </p:cNvPr>
          <p:cNvSpPr>
            <a:spLocks noGrp="1"/>
          </p:cNvSpPr>
          <p:nvPr>
            <p:ph type="body" sz="quarter" idx="16" hasCustomPrompt="1"/>
          </p:nvPr>
        </p:nvSpPr>
        <p:spPr>
          <a:xfrm>
            <a:off x="556261" y="2260656"/>
            <a:ext cx="11079479" cy="365760"/>
          </a:xfrm>
        </p:spPr>
        <p:txBody>
          <a:bodyPr>
            <a:noAutofit/>
          </a:bodyPr>
          <a:lstStyle>
            <a:lvl1pPr marL="0" indent="0" algn="ctr">
              <a:buNone/>
              <a:defRPr sz="1800" b="1" cap="all" spc="170" baseline="0">
                <a:solidFill>
                  <a:schemeClr val="tx1"/>
                </a:solidFill>
              </a:defRPr>
            </a:lvl1pPr>
          </a:lstStyle>
          <a:p>
            <a:pPr lvl="0"/>
            <a:r>
              <a:rPr lang="en-US"/>
              <a:t>Subtitle</a:t>
            </a:r>
          </a:p>
        </p:txBody>
      </p:sp>
      <p:sp>
        <p:nvSpPr>
          <p:cNvPr id="9" name="TextBox 8">
            <a:extLst>
              <a:ext uri="{FF2B5EF4-FFF2-40B4-BE49-F238E27FC236}">
                <a16:creationId xmlns:a16="http://schemas.microsoft.com/office/drawing/2014/main" id="{32EBFFE0-17E7-1C4D-A79C-775E13C7CE08}"/>
              </a:ext>
            </a:extLst>
          </p:cNvPr>
          <p:cNvSpPr txBox="1"/>
          <p:nvPr/>
        </p:nvSpPr>
        <p:spPr>
          <a:xfrm>
            <a:off x="2516449" y="6226999"/>
            <a:ext cx="7159102" cy="276999"/>
          </a:xfrm>
          <a:prstGeom prst="rect">
            <a:avLst/>
          </a:prstGeom>
          <a:noFill/>
        </p:spPr>
        <p:txBody>
          <a:bodyPr wrap="square" rtlCol="0" anchor="ctr" anchorCtr="0">
            <a:spAutoFit/>
          </a:bodyPr>
          <a:lstStyle/>
          <a:p>
            <a:pPr algn="ctr"/>
            <a:r>
              <a:rPr lang="en-US" sz="1200" b="0" spc="180" baseline="0">
                <a:solidFill>
                  <a:schemeClr val="tx1"/>
                </a:solidFill>
              </a:rPr>
              <a:t>THE UNIVERSITY OF NORTH CAROLINA AT CHAPEL HILL</a:t>
            </a:r>
            <a:endParaRPr lang="en-US" sz="1200" b="0" i="1" spc="180" baseline="0">
              <a:solidFill>
                <a:schemeClr val="tx1"/>
              </a:solidFill>
            </a:endParaRPr>
          </a:p>
        </p:txBody>
      </p:sp>
    </p:spTree>
    <p:extLst>
      <p:ext uri="{BB962C8B-B14F-4D97-AF65-F5344CB8AC3E}">
        <p14:creationId xmlns:p14="http://schemas.microsoft.com/office/powerpoint/2010/main" val="4053028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_Divider A">
    <p:spTree>
      <p:nvGrpSpPr>
        <p:cNvPr id="1" name=""/>
        <p:cNvGrpSpPr/>
        <p:nvPr/>
      </p:nvGrpSpPr>
      <p:grpSpPr>
        <a:xfrm>
          <a:off x="0" y="0"/>
          <a:ext cx="0" cy="0"/>
          <a:chOff x="0" y="0"/>
          <a:chExt cx="0" cy="0"/>
        </a:xfrm>
      </p:grpSpPr>
      <p:pic>
        <p:nvPicPr>
          <p:cNvPr id="3" name="Picture 2" descr="A picture containing snow, dark, skiing, covered&#10;&#10;Description automatically generated">
            <a:extLst>
              <a:ext uri="{FF2B5EF4-FFF2-40B4-BE49-F238E27FC236}">
                <a16:creationId xmlns:a16="http://schemas.microsoft.com/office/drawing/2014/main" id="{A49CDC17-E8DE-454D-A88A-120C5A1AB1EE}"/>
              </a:ext>
            </a:extLst>
          </p:cNvPr>
          <p:cNvPicPr>
            <a:picLocks noChangeAspect="1"/>
          </p:cNvPicPr>
          <p:nvPr/>
        </p:nvPicPr>
        <p:blipFill>
          <a:blip r:embed="rId2"/>
          <a:stretch>
            <a:fillRect/>
          </a:stretch>
        </p:blipFill>
        <p:spPr>
          <a:xfrm>
            <a:off x="0" y="0"/>
            <a:ext cx="12192000" cy="6858000"/>
          </a:xfrm>
          <a:prstGeom prst="rect">
            <a:avLst/>
          </a:prstGeom>
        </p:spPr>
      </p:pic>
      <p:sp>
        <p:nvSpPr>
          <p:cNvPr id="10" name="Title 1"/>
          <p:cNvSpPr>
            <a:spLocks noGrp="1"/>
          </p:cNvSpPr>
          <p:nvPr>
            <p:ph type="title" hasCustomPrompt="1"/>
          </p:nvPr>
        </p:nvSpPr>
        <p:spPr>
          <a:xfrm>
            <a:off x="500841" y="743438"/>
            <a:ext cx="11190318" cy="2631781"/>
          </a:xfrm>
        </p:spPr>
        <p:txBody>
          <a:bodyPr anchor="b" anchorCtr="0">
            <a:noAutofit/>
          </a:bodyPr>
          <a:lstStyle>
            <a:lvl1pPr marL="400050" indent="-400050" algn="ctr">
              <a:tabLst/>
              <a:defRPr sz="5400" i="1">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B03793F4-C58C-E34E-B4F9-D33ACD0ACD4A}"/>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accent1"/>
                </a:solidFill>
              </a:rPr>
              <a:t>THE UNIVERSITY OF NORTH CAROLINA AT CHAPEL HILL</a:t>
            </a:r>
            <a:endParaRPr lang="en-US" sz="1200" b="0" i="1" spc="180" baseline="0">
              <a:solidFill>
                <a:schemeClr val="accent1"/>
              </a:solidFill>
            </a:endParaRPr>
          </a:p>
        </p:txBody>
      </p:sp>
      <p:sp>
        <p:nvSpPr>
          <p:cNvPr id="4" name="Text Placeholder 3">
            <a:extLst>
              <a:ext uri="{FF2B5EF4-FFF2-40B4-BE49-F238E27FC236}">
                <a16:creationId xmlns:a16="http://schemas.microsoft.com/office/drawing/2014/main" id="{6E93218C-ACB9-7445-928D-8B2D841F88D1}"/>
              </a:ext>
            </a:extLst>
          </p:cNvPr>
          <p:cNvSpPr>
            <a:spLocks noGrp="1"/>
          </p:cNvSpPr>
          <p:nvPr>
            <p:ph type="body" sz="quarter" idx="11"/>
          </p:nvPr>
        </p:nvSpPr>
        <p:spPr>
          <a:xfrm>
            <a:off x="2802988" y="4451350"/>
            <a:ext cx="6586024" cy="297329"/>
          </a:xfrm>
        </p:spPr>
        <p:txBody>
          <a:bodyPr/>
          <a:lstStyle>
            <a:lvl1pPr marL="0" indent="0" algn="ctr">
              <a:buNone/>
              <a:defRPr lang="en-US" sz="1800" b="1" kern="1200" cap="all" spc="170" baseline="0" dirty="0">
                <a:solidFill>
                  <a:schemeClr val="bg1"/>
                </a:solidFill>
                <a:latin typeface="+mn-lt"/>
                <a:ea typeface="+mn-ea"/>
                <a:cs typeface="+mn-cs"/>
              </a:defRPr>
            </a:lvl1pPr>
          </a:lstStyle>
          <a:p>
            <a:pPr lvl="0"/>
            <a:r>
              <a:rPr lang="en-US"/>
              <a:t>Click to edit Master text styles</a:t>
            </a:r>
          </a:p>
        </p:txBody>
      </p:sp>
      <p:sp>
        <p:nvSpPr>
          <p:cNvPr id="12" name="Text Placeholder 3">
            <a:extLst>
              <a:ext uri="{FF2B5EF4-FFF2-40B4-BE49-F238E27FC236}">
                <a16:creationId xmlns:a16="http://schemas.microsoft.com/office/drawing/2014/main" id="{0B5FBE95-3C8D-794F-8990-DD217721F83F}"/>
              </a:ext>
            </a:extLst>
          </p:cNvPr>
          <p:cNvSpPr>
            <a:spLocks noGrp="1"/>
          </p:cNvSpPr>
          <p:nvPr>
            <p:ph type="body" sz="quarter" idx="12"/>
          </p:nvPr>
        </p:nvSpPr>
        <p:spPr>
          <a:xfrm>
            <a:off x="2802988" y="4774079"/>
            <a:ext cx="6586024" cy="297329"/>
          </a:xfrm>
        </p:spPr>
        <p:txBody>
          <a:bodyPr/>
          <a:lstStyle>
            <a:lvl1pPr marL="0" indent="0" algn="ctr">
              <a:buNone/>
              <a:defRPr lang="en-US" sz="1800" b="1" kern="1200" cap="all" spc="170" baseline="0" dirty="0">
                <a:solidFill>
                  <a:schemeClr val="accent1"/>
                </a:solidFill>
                <a:latin typeface="+mn-lt"/>
                <a:ea typeface="+mn-ea"/>
                <a:cs typeface="+mn-cs"/>
              </a:defRPr>
            </a:lvl1pPr>
          </a:lstStyle>
          <a:p>
            <a:pPr lvl="0"/>
            <a:r>
              <a:rPr lang="en-US"/>
              <a:t>Click to edit Master text styles</a:t>
            </a:r>
          </a:p>
        </p:txBody>
      </p:sp>
      <p:sp>
        <p:nvSpPr>
          <p:cNvPr id="8" name="Pie 1">
            <a:extLst>
              <a:ext uri="{FF2B5EF4-FFF2-40B4-BE49-F238E27FC236}">
                <a16:creationId xmlns:a16="http://schemas.microsoft.com/office/drawing/2014/main" id="{FB813401-A57B-7947-AC0C-5B2D4C60DCC7}"/>
              </a:ext>
            </a:extLst>
          </p:cNvPr>
          <p:cNvSpPr>
            <a:spLocks noChangeAspect="1"/>
          </p:cNvSpPr>
          <p:nvPr/>
        </p:nvSpPr>
        <p:spPr>
          <a:xfrm rot="5400000">
            <a:off x="5947336" y="3601626"/>
            <a:ext cx="297329" cy="594657"/>
          </a:xfrm>
          <a:custGeom>
            <a:avLst/>
            <a:gdLst>
              <a:gd name="connsiteX0" fmla="*/ 1757548 w 1757548"/>
              <a:gd name="connsiteY0" fmla="*/ 878774 h 1757548"/>
              <a:gd name="connsiteX1" fmla="*/ 878774 w 1757548"/>
              <a:gd name="connsiteY1" fmla="*/ 1757548 h 1757548"/>
              <a:gd name="connsiteX2" fmla="*/ 0 w 1757548"/>
              <a:gd name="connsiteY2" fmla="*/ 878774 h 1757548"/>
              <a:gd name="connsiteX3" fmla="*/ 878774 w 1757548"/>
              <a:gd name="connsiteY3" fmla="*/ 0 h 1757548"/>
              <a:gd name="connsiteX4" fmla="*/ 878774 w 1757548"/>
              <a:gd name="connsiteY4" fmla="*/ 878774 h 1757548"/>
              <a:gd name="connsiteX5" fmla="*/ 1757548 w 1757548"/>
              <a:gd name="connsiteY5" fmla="*/ 878774 h 1757548"/>
              <a:gd name="connsiteX0" fmla="*/ 878774 w 878774"/>
              <a:gd name="connsiteY0" fmla="*/ 878774 h 1757548"/>
              <a:gd name="connsiteX1" fmla="*/ 878774 w 878774"/>
              <a:gd name="connsiteY1" fmla="*/ 1757548 h 1757548"/>
              <a:gd name="connsiteX2" fmla="*/ 0 w 878774"/>
              <a:gd name="connsiteY2" fmla="*/ 878774 h 1757548"/>
              <a:gd name="connsiteX3" fmla="*/ 878774 w 878774"/>
              <a:gd name="connsiteY3" fmla="*/ 0 h 1757548"/>
              <a:gd name="connsiteX4" fmla="*/ 878774 w 878774"/>
              <a:gd name="connsiteY4" fmla="*/ 878774 h 1757548"/>
              <a:gd name="connsiteX0" fmla="*/ 878774 w 878774"/>
              <a:gd name="connsiteY0" fmla="*/ 0 h 1757548"/>
              <a:gd name="connsiteX1" fmla="*/ 878774 w 878774"/>
              <a:gd name="connsiteY1" fmla="*/ 1757548 h 1757548"/>
              <a:gd name="connsiteX2" fmla="*/ 0 w 878774"/>
              <a:gd name="connsiteY2" fmla="*/ 878774 h 1757548"/>
              <a:gd name="connsiteX3" fmla="*/ 878774 w 878774"/>
              <a:gd name="connsiteY3" fmla="*/ 0 h 1757548"/>
            </a:gdLst>
            <a:ahLst/>
            <a:cxnLst>
              <a:cxn ang="0">
                <a:pos x="connsiteX0" y="connsiteY0"/>
              </a:cxn>
              <a:cxn ang="0">
                <a:pos x="connsiteX1" y="connsiteY1"/>
              </a:cxn>
              <a:cxn ang="0">
                <a:pos x="connsiteX2" y="connsiteY2"/>
              </a:cxn>
              <a:cxn ang="0">
                <a:pos x="connsiteX3" y="connsiteY3"/>
              </a:cxn>
            </a:cxnLst>
            <a:rect l="l" t="t" r="r" b="b"/>
            <a:pathLst>
              <a:path w="878774" h="1757548">
                <a:moveTo>
                  <a:pt x="878774" y="0"/>
                </a:moveTo>
                <a:lnTo>
                  <a:pt x="878774" y="1757548"/>
                </a:lnTo>
                <a:cubicBezTo>
                  <a:pt x="393441" y="1757548"/>
                  <a:pt x="0" y="1364107"/>
                  <a:pt x="0" y="878774"/>
                </a:cubicBezTo>
                <a:cubicBezTo>
                  <a:pt x="0" y="393441"/>
                  <a:pt x="393441" y="0"/>
                  <a:pt x="87877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92885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9_Divider A">
    <p:spTree>
      <p:nvGrpSpPr>
        <p:cNvPr id="1" name=""/>
        <p:cNvGrpSpPr/>
        <p:nvPr/>
      </p:nvGrpSpPr>
      <p:grpSpPr>
        <a:xfrm>
          <a:off x="0" y="0"/>
          <a:ext cx="0" cy="0"/>
          <a:chOff x="0" y="0"/>
          <a:chExt cx="0" cy="0"/>
        </a:xfrm>
      </p:grpSpPr>
      <p:pic>
        <p:nvPicPr>
          <p:cNvPr id="3" name="Picture 2" descr="A picture containing airplane, plane&#10;&#10;Description automatically generated">
            <a:extLst>
              <a:ext uri="{FF2B5EF4-FFF2-40B4-BE49-F238E27FC236}">
                <a16:creationId xmlns:a16="http://schemas.microsoft.com/office/drawing/2014/main" id="{4B51F1BC-EB0D-0B4D-AC2F-066F7381C5A0}"/>
              </a:ext>
            </a:extLst>
          </p:cNvPr>
          <p:cNvPicPr>
            <a:picLocks noChangeAspect="1"/>
          </p:cNvPicPr>
          <p:nvPr/>
        </p:nvPicPr>
        <p:blipFill>
          <a:blip r:embed="rId2"/>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960BFDC3-40BA-C349-8A97-AF21AD985B9A}"/>
              </a:ext>
            </a:extLst>
          </p:cNvPr>
          <p:cNvSpPr>
            <a:spLocks noGrp="1"/>
          </p:cNvSpPr>
          <p:nvPr>
            <p:ph type="title" hasCustomPrompt="1"/>
          </p:nvPr>
        </p:nvSpPr>
        <p:spPr>
          <a:xfrm>
            <a:off x="500841" y="743438"/>
            <a:ext cx="11190318" cy="2631781"/>
          </a:xfrm>
        </p:spPr>
        <p:txBody>
          <a:bodyPr anchor="b" anchorCtr="0">
            <a:noAutofit/>
          </a:bodyPr>
          <a:lstStyle>
            <a:lvl1pPr marL="400050" indent="-400050" algn="ctr">
              <a:tabLst/>
              <a:defRPr sz="5400" i="1">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BDFA365D-BE31-3046-9043-F2F0DB9E6431}"/>
              </a:ext>
            </a:extLst>
          </p:cNvPr>
          <p:cNvSpPr>
            <a:spLocks noGrp="1"/>
          </p:cNvSpPr>
          <p:nvPr>
            <p:ph type="body" sz="quarter" idx="11"/>
          </p:nvPr>
        </p:nvSpPr>
        <p:spPr>
          <a:xfrm>
            <a:off x="2802988" y="4451350"/>
            <a:ext cx="6586024" cy="297329"/>
          </a:xfrm>
        </p:spPr>
        <p:txBody>
          <a:bodyPr/>
          <a:lstStyle>
            <a:lvl1pPr marL="0" indent="0" algn="ctr">
              <a:buNone/>
              <a:defRPr lang="en-US" sz="1800" b="1" kern="1200" cap="all" spc="170" baseline="0" dirty="0">
                <a:solidFill>
                  <a:schemeClr val="bg1"/>
                </a:solidFill>
                <a:latin typeface="+mn-lt"/>
                <a:ea typeface="+mn-ea"/>
                <a:cs typeface="+mn-cs"/>
              </a:defRPr>
            </a:lvl1pPr>
          </a:lstStyle>
          <a:p>
            <a:pPr lvl="0"/>
            <a:r>
              <a:rPr lang="en-US"/>
              <a:t>Click to edit Master text styles</a:t>
            </a:r>
          </a:p>
        </p:txBody>
      </p:sp>
      <p:sp>
        <p:nvSpPr>
          <p:cNvPr id="14" name="Text Placeholder 3">
            <a:extLst>
              <a:ext uri="{FF2B5EF4-FFF2-40B4-BE49-F238E27FC236}">
                <a16:creationId xmlns:a16="http://schemas.microsoft.com/office/drawing/2014/main" id="{628EEF06-CAE3-E841-92CC-988A996F5761}"/>
              </a:ext>
            </a:extLst>
          </p:cNvPr>
          <p:cNvSpPr>
            <a:spLocks noGrp="1"/>
          </p:cNvSpPr>
          <p:nvPr>
            <p:ph type="body" sz="quarter" idx="12"/>
          </p:nvPr>
        </p:nvSpPr>
        <p:spPr>
          <a:xfrm>
            <a:off x="2802988" y="4774079"/>
            <a:ext cx="6586024" cy="297329"/>
          </a:xfrm>
        </p:spPr>
        <p:txBody>
          <a:bodyPr/>
          <a:lstStyle>
            <a:lvl1pPr marL="0" indent="0" algn="ctr">
              <a:buNone/>
              <a:defRPr lang="en-US" sz="1800" b="1" kern="1200" cap="all" spc="170" baseline="0" dirty="0">
                <a:solidFill>
                  <a:schemeClr val="tx1"/>
                </a:solidFill>
                <a:latin typeface="+mn-lt"/>
                <a:ea typeface="+mn-ea"/>
                <a:cs typeface="+mn-cs"/>
              </a:defRPr>
            </a:lvl1pPr>
          </a:lstStyle>
          <a:p>
            <a:pPr lvl="0"/>
            <a:r>
              <a:rPr lang="en-US"/>
              <a:t>Click to edit Master text styles</a:t>
            </a:r>
          </a:p>
        </p:txBody>
      </p:sp>
      <p:pic>
        <p:nvPicPr>
          <p:cNvPr id="8" name="Picture 7">
            <a:extLst>
              <a:ext uri="{FF2B5EF4-FFF2-40B4-BE49-F238E27FC236}">
                <a16:creationId xmlns:a16="http://schemas.microsoft.com/office/drawing/2014/main" id="{94A88A6B-2232-A141-89DD-E6CE7FBADB0B}"/>
              </a:ext>
            </a:extLst>
          </p:cNvPr>
          <p:cNvPicPr>
            <a:picLocks noChangeAspect="1"/>
          </p:cNvPicPr>
          <p:nvPr/>
        </p:nvPicPr>
        <p:blipFill>
          <a:blip r:embed="rId3"/>
          <a:stretch>
            <a:fillRect/>
          </a:stretch>
        </p:blipFill>
        <p:spPr>
          <a:xfrm>
            <a:off x="5798671" y="3762570"/>
            <a:ext cx="594658" cy="297329"/>
          </a:xfrm>
          <a:prstGeom prst="rect">
            <a:avLst/>
          </a:prstGeom>
        </p:spPr>
      </p:pic>
    </p:spTree>
    <p:extLst>
      <p:ext uri="{BB962C8B-B14F-4D97-AF65-F5344CB8AC3E}">
        <p14:creationId xmlns:p14="http://schemas.microsoft.com/office/powerpoint/2010/main" val="15235133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A">
    <p:spTree>
      <p:nvGrpSpPr>
        <p:cNvPr id="1" name=""/>
        <p:cNvGrpSpPr/>
        <p:nvPr/>
      </p:nvGrpSpPr>
      <p:grpSpPr>
        <a:xfrm>
          <a:off x="0" y="0"/>
          <a:ext cx="0" cy="0"/>
          <a:chOff x="0" y="0"/>
          <a:chExt cx="0" cy="0"/>
        </a:xfrm>
      </p:grpSpPr>
      <p:sp>
        <p:nvSpPr>
          <p:cNvPr id="26" name="Title 16"/>
          <p:cNvSpPr>
            <a:spLocks noGrp="1"/>
          </p:cNvSpPr>
          <p:nvPr>
            <p:ph type="title"/>
          </p:nvPr>
        </p:nvSpPr>
        <p:spPr>
          <a:xfrm>
            <a:off x="499176" y="969823"/>
            <a:ext cx="11189904" cy="723900"/>
          </a:xfrm>
        </p:spPr>
        <p:txBody>
          <a:bodyPr>
            <a:noAutofit/>
          </a:bodyPr>
          <a:lstStyle>
            <a:lvl1pPr>
              <a:defRPr b="0"/>
            </a:lvl1pPr>
          </a:lstStyle>
          <a:p>
            <a:r>
              <a:rPr lang="en-US"/>
              <a:t>Click to edit Master title style</a:t>
            </a:r>
          </a:p>
        </p:txBody>
      </p:sp>
      <p:sp>
        <p:nvSpPr>
          <p:cNvPr id="6" name="Text Placeholder 5">
            <a:extLst>
              <a:ext uri="{FF2B5EF4-FFF2-40B4-BE49-F238E27FC236}">
                <a16:creationId xmlns:a16="http://schemas.microsoft.com/office/drawing/2014/main" id="{6B65FB38-CF8E-EC49-9B9C-9C905814BC92}"/>
              </a:ext>
            </a:extLst>
          </p:cNvPr>
          <p:cNvSpPr>
            <a:spLocks noGrp="1"/>
          </p:cNvSpPr>
          <p:nvPr>
            <p:ph type="body" sz="quarter" idx="16" hasCustomPrompt="1"/>
          </p:nvPr>
        </p:nvSpPr>
        <p:spPr>
          <a:xfrm>
            <a:off x="513801" y="626917"/>
            <a:ext cx="11190288" cy="246221"/>
          </a:xfrm>
        </p:spPr>
        <p:txBody>
          <a:bodyPr>
            <a:noAutofit/>
          </a:bodyPr>
          <a:lstStyle>
            <a:lvl1pPr marL="0" indent="0">
              <a:buNone/>
              <a:defRPr sz="1800" b="1" cap="all" spc="170" baseline="0">
                <a:solidFill>
                  <a:schemeClr val="accent1"/>
                </a:solidFill>
              </a:defRPr>
            </a:lvl1pPr>
          </a:lstStyle>
          <a:p>
            <a:pPr lvl="0"/>
            <a:r>
              <a:rPr lang="en-US"/>
              <a:t>Subtitle</a:t>
            </a:r>
          </a:p>
        </p:txBody>
      </p:sp>
      <p:sp>
        <p:nvSpPr>
          <p:cNvPr id="28" name="Content Placeholder 7"/>
          <p:cNvSpPr>
            <a:spLocks noGrp="1"/>
          </p:cNvSpPr>
          <p:nvPr>
            <p:ph sz="quarter" idx="15"/>
          </p:nvPr>
        </p:nvSpPr>
        <p:spPr>
          <a:xfrm>
            <a:off x="499174" y="2208807"/>
            <a:ext cx="11189905" cy="3533182"/>
          </a:xfrm>
        </p:spPr>
        <p:txBody>
          <a:bodyPr>
            <a:noAutofit/>
          </a:bodyPr>
          <a:lstStyle>
            <a:lvl1pPr marL="231775" indent="-231775">
              <a:buSzPct val="100000"/>
              <a:buFont typeface="Arial" panose="020B0604020202020204" pitchFamily="34" charset="0"/>
              <a:buChar char="•"/>
              <a:tabLs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F3D0C5A6-DD29-F94F-B481-5D65878F0BD3}"/>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a:xfrm>
            <a:off x="8981185" y="6216212"/>
            <a:ext cx="2707895" cy="246221"/>
          </a:xfrm>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358809902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2_Content A">
    <p:spTree>
      <p:nvGrpSpPr>
        <p:cNvPr id="1" name=""/>
        <p:cNvGrpSpPr/>
        <p:nvPr/>
      </p:nvGrpSpPr>
      <p:grpSpPr>
        <a:xfrm>
          <a:off x="0" y="0"/>
          <a:ext cx="0" cy="0"/>
          <a:chOff x="0" y="0"/>
          <a:chExt cx="0" cy="0"/>
        </a:xfrm>
      </p:grpSpPr>
      <p:sp>
        <p:nvSpPr>
          <p:cNvPr id="26" name="Title 16"/>
          <p:cNvSpPr>
            <a:spLocks noGrp="1"/>
          </p:cNvSpPr>
          <p:nvPr>
            <p:ph type="title"/>
          </p:nvPr>
        </p:nvSpPr>
        <p:spPr>
          <a:xfrm>
            <a:off x="499176" y="969823"/>
            <a:ext cx="11189904" cy="723900"/>
          </a:xfrm>
        </p:spPr>
        <p:txBody>
          <a:bodyPr>
            <a:noAutofit/>
          </a:bodyPr>
          <a:lstStyle>
            <a:lvl1pPr>
              <a:defRPr b="0"/>
            </a:lvl1pPr>
          </a:lstStyle>
          <a:p>
            <a:r>
              <a:rPr lang="en-US"/>
              <a:t>Click to edit Master title style</a:t>
            </a:r>
          </a:p>
        </p:txBody>
      </p:sp>
      <p:sp>
        <p:nvSpPr>
          <p:cNvPr id="6" name="Text Placeholder 5">
            <a:extLst>
              <a:ext uri="{FF2B5EF4-FFF2-40B4-BE49-F238E27FC236}">
                <a16:creationId xmlns:a16="http://schemas.microsoft.com/office/drawing/2014/main" id="{6B65FB38-CF8E-EC49-9B9C-9C905814BC92}"/>
              </a:ext>
            </a:extLst>
          </p:cNvPr>
          <p:cNvSpPr>
            <a:spLocks noGrp="1"/>
          </p:cNvSpPr>
          <p:nvPr>
            <p:ph type="body" sz="quarter" idx="16" hasCustomPrompt="1"/>
          </p:nvPr>
        </p:nvSpPr>
        <p:spPr>
          <a:xfrm>
            <a:off x="513801" y="626917"/>
            <a:ext cx="11190288" cy="246221"/>
          </a:xfrm>
        </p:spPr>
        <p:txBody>
          <a:bodyPr>
            <a:noAutofit/>
          </a:bodyPr>
          <a:lstStyle>
            <a:lvl1pPr marL="0" indent="0">
              <a:buNone/>
              <a:defRPr sz="1800" b="1" cap="all" spc="170" baseline="0">
                <a:solidFill>
                  <a:schemeClr val="accent1"/>
                </a:solidFill>
              </a:defRPr>
            </a:lvl1pPr>
          </a:lstStyle>
          <a:p>
            <a:pPr lvl="0"/>
            <a:r>
              <a:rPr lang="en-US"/>
              <a:t>Subtitle</a:t>
            </a:r>
          </a:p>
        </p:txBody>
      </p:sp>
      <p:sp>
        <p:nvSpPr>
          <p:cNvPr id="7" name="Oval 6">
            <a:extLst>
              <a:ext uri="{FF2B5EF4-FFF2-40B4-BE49-F238E27FC236}">
                <a16:creationId xmlns:a16="http://schemas.microsoft.com/office/drawing/2014/main" id="{DC684E4C-5A3F-FA4D-AF32-4620820CC2FC}"/>
              </a:ext>
            </a:extLst>
          </p:cNvPr>
          <p:cNvSpPr>
            <a:spLocks noChangeAspect="1"/>
          </p:cNvSpPr>
          <p:nvPr/>
        </p:nvSpPr>
        <p:spPr>
          <a:xfrm>
            <a:off x="609600" y="2133600"/>
            <a:ext cx="584200" cy="584201"/>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rPr>
              <a:t>1</a:t>
            </a:r>
          </a:p>
        </p:txBody>
      </p:sp>
      <p:sp>
        <p:nvSpPr>
          <p:cNvPr id="4" name="Text Placeholder 3">
            <a:extLst>
              <a:ext uri="{FF2B5EF4-FFF2-40B4-BE49-F238E27FC236}">
                <a16:creationId xmlns:a16="http://schemas.microsoft.com/office/drawing/2014/main" id="{07D6B068-B80A-0F40-B5EB-F3BBCB882853}"/>
              </a:ext>
            </a:extLst>
          </p:cNvPr>
          <p:cNvSpPr>
            <a:spLocks noGrp="1"/>
          </p:cNvSpPr>
          <p:nvPr>
            <p:ph type="body" sz="quarter" idx="17"/>
          </p:nvPr>
        </p:nvSpPr>
        <p:spPr>
          <a:xfrm>
            <a:off x="1335088" y="2225660"/>
            <a:ext cx="4239722" cy="400080"/>
          </a:xfrm>
        </p:spPr>
        <p:txBody>
          <a:bodyPr anchor="ctr" anchorCtr="0"/>
          <a:lstStyle>
            <a:lvl1pPr marL="0" indent="0">
              <a:buNone/>
              <a:defRPr sz="2000"/>
            </a:lvl1pPr>
            <a:lvl2pPr marL="354013" indent="0">
              <a:buNone/>
              <a:defRPr sz="2000"/>
            </a:lvl2pPr>
            <a:lvl3pPr marL="573088" indent="0">
              <a:buNone/>
              <a:defRPr sz="2000"/>
            </a:lvl3pPr>
            <a:lvl4pPr marL="804863" indent="0">
              <a:buNone/>
              <a:defRPr sz="2000"/>
            </a:lvl4pPr>
            <a:lvl5pPr marL="1036637" indent="0">
              <a:buNone/>
              <a:defRPr sz="2000"/>
            </a:lvl5pPr>
          </a:lstStyle>
          <a:p>
            <a:pPr lvl="0"/>
            <a:r>
              <a:rPr lang="en-US"/>
              <a:t>Click to edit Master text styles</a:t>
            </a:r>
          </a:p>
        </p:txBody>
      </p:sp>
      <p:sp>
        <p:nvSpPr>
          <p:cNvPr id="8" name="Oval 7">
            <a:extLst>
              <a:ext uri="{FF2B5EF4-FFF2-40B4-BE49-F238E27FC236}">
                <a16:creationId xmlns:a16="http://schemas.microsoft.com/office/drawing/2014/main" id="{A164DD79-0694-7642-B641-373D04167859}"/>
              </a:ext>
            </a:extLst>
          </p:cNvPr>
          <p:cNvSpPr>
            <a:spLocks noChangeAspect="1"/>
          </p:cNvSpPr>
          <p:nvPr/>
        </p:nvSpPr>
        <p:spPr>
          <a:xfrm>
            <a:off x="609600" y="2934211"/>
            <a:ext cx="584200" cy="584201"/>
          </a:xfrm>
          <a:prstGeom prst="ellipse">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rPr>
              <a:t>2</a:t>
            </a:r>
          </a:p>
        </p:txBody>
      </p:sp>
      <p:sp>
        <p:nvSpPr>
          <p:cNvPr id="29" name="Text Placeholder 3">
            <a:extLst>
              <a:ext uri="{FF2B5EF4-FFF2-40B4-BE49-F238E27FC236}">
                <a16:creationId xmlns:a16="http://schemas.microsoft.com/office/drawing/2014/main" id="{A1DEEE22-7C05-4343-BB8E-4107BC87C34C}"/>
              </a:ext>
            </a:extLst>
          </p:cNvPr>
          <p:cNvSpPr>
            <a:spLocks noGrp="1"/>
          </p:cNvSpPr>
          <p:nvPr>
            <p:ph type="body" sz="quarter" idx="18"/>
          </p:nvPr>
        </p:nvSpPr>
        <p:spPr>
          <a:xfrm>
            <a:off x="1335088" y="3026271"/>
            <a:ext cx="4239722" cy="400080"/>
          </a:xfrm>
        </p:spPr>
        <p:txBody>
          <a:bodyPr anchor="ctr" anchorCtr="0"/>
          <a:lstStyle>
            <a:lvl1pPr marL="0" indent="0">
              <a:buNone/>
              <a:defRPr sz="2000"/>
            </a:lvl1pPr>
            <a:lvl2pPr marL="354013" indent="0">
              <a:buNone/>
              <a:defRPr sz="2000"/>
            </a:lvl2pPr>
            <a:lvl3pPr marL="573088" indent="0">
              <a:buNone/>
              <a:defRPr sz="2000"/>
            </a:lvl3pPr>
            <a:lvl4pPr marL="804863" indent="0">
              <a:buNone/>
              <a:defRPr sz="2000"/>
            </a:lvl4pPr>
            <a:lvl5pPr marL="1036637" indent="0">
              <a:buNone/>
              <a:defRPr sz="2000"/>
            </a:lvl5pPr>
          </a:lstStyle>
          <a:p>
            <a:pPr lvl="0"/>
            <a:r>
              <a:rPr lang="en-US"/>
              <a:t>Click to edit Master text styles</a:t>
            </a:r>
          </a:p>
        </p:txBody>
      </p:sp>
      <p:sp>
        <p:nvSpPr>
          <p:cNvPr id="9" name="Oval 8">
            <a:extLst>
              <a:ext uri="{FF2B5EF4-FFF2-40B4-BE49-F238E27FC236}">
                <a16:creationId xmlns:a16="http://schemas.microsoft.com/office/drawing/2014/main" id="{884867E3-5A02-E943-BDCD-AFDC52457B2F}"/>
              </a:ext>
            </a:extLst>
          </p:cNvPr>
          <p:cNvSpPr>
            <a:spLocks noChangeAspect="1"/>
          </p:cNvSpPr>
          <p:nvPr/>
        </p:nvSpPr>
        <p:spPr>
          <a:xfrm>
            <a:off x="609600" y="3734822"/>
            <a:ext cx="584200" cy="584201"/>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rPr>
              <a:t>3</a:t>
            </a:r>
          </a:p>
        </p:txBody>
      </p:sp>
      <p:sp>
        <p:nvSpPr>
          <p:cNvPr id="30" name="Text Placeholder 3">
            <a:extLst>
              <a:ext uri="{FF2B5EF4-FFF2-40B4-BE49-F238E27FC236}">
                <a16:creationId xmlns:a16="http://schemas.microsoft.com/office/drawing/2014/main" id="{BF505965-A8FF-4E4B-B294-EDF25ACC9C35}"/>
              </a:ext>
            </a:extLst>
          </p:cNvPr>
          <p:cNvSpPr>
            <a:spLocks noGrp="1"/>
          </p:cNvSpPr>
          <p:nvPr>
            <p:ph type="body" sz="quarter" idx="19"/>
          </p:nvPr>
        </p:nvSpPr>
        <p:spPr>
          <a:xfrm>
            <a:off x="1335088" y="3826882"/>
            <a:ext cx="4239722" cy="400080"/>
          </a:xfrm>
        </p:spPr>
        <p:txBody>
          <a:bodyPr anchor="ctr" anchorCtr="0"/>
          <a:lstStyle>
            <a:lvl1pPr marL="0" indent="0">
              <a:buNone/>
              <a:defRPr sz="2000"/>
            </a:lvl1pPr>
            <a:lvl2pPr marL="354013" indent="0">
              <a:buNone/>
              <a:defRPr sz="2000"/>
            </a:lvl2pPr>
            <a:lvl3pPr marL="573088" indent="0">
              <a:buNone/>
              <a:defRPr sz="2000"/>
            </a:lvl3pPr>
            <a:lvl4pPr marL="804863" indent="0">
              <a:buNone/>
              <a:defRPr sz="2000"/>
            </a:lvl4pPr>
            <a:lvl5pPr marL="1036637" indent="0">
              <a:buNone/>
              <a:defRPr sz="2000"/>
            </a:lvl5pPr>
          </a:lstStyle>
          <a:p>
            <a:pPr lvl="0"/>
            <a:r>
              <a:rPr lang="en-US"/>
              <a:t>Click to edit Master text styles</a:t>
            </a:r>
          </a:p>
        </p:txBody>
      </p:sp>
      <p:sp>
        <p:nvSpPr>
          <p:cNvPr id="10" name="Oval 9">
            <a:extLst>
              <a:ext uri="{FF2B5EF4-FFF2-40B4-BE49-F238E27FC236}">
                <a16:creationId xmlns:a16="http://schemas.microsoft.com/office/drawing/2014/main" id="{1BCFE98D-49A5-114C-9F04-B5A1418185E4}"/>
              </a:ext>
            </a:extLst>
          </p:cNvPr>
          <p:cNvSpPr>
            <a:spLocks noChangeAspect="1"/>
          </p:cNvSpPr>
          <p:nvPr/>
        </p:nvSpPr>
        <p:spPr>
          <a:xfrm>
            <a:off x="609600" y="4535433"/>
            <a:ext cx="584200" cy="584201"/>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rPr>
              <a:t>4</a:t>
            </a:r>
          </a:p>
        </p:txBody>
      </p:sp>
      <p:sp>
        <p:nvSpPr>
          <p:cNvPr id="31" name="Text Placeholder 3">
            <a:extLst>
              <a:ext uri="{FF2B5EF4-FFF2-40B4-BE49-F238E27FC236}">
                <a16:creationId xmlns:a16="http://schemas.microsoft.com/office/drawing/2014/main" id="{9577BC94-939E-E04E-B3A7-895227DB86F4}"/>
              </a:ext>
            </a:extLst>
          </p:cNvPr>
          <p:cNvSpPr>
            <a:spLocks noGrp="1"/>
          </p:cNvSpPr>
          <p:nvPr>
            <p:ph type="body" sz="quarter" idx="20"/>
          </p:nvPr>
        </p:nvSpPr>
        <p:spPr>
          <a:xfrm>
            <a:off x="1335088" y="4627493"/>
            <a:ext cx="4239722" cy="400080"/>
          </a:xfrm>
        </p:spPr>
        <p:txBody>
          <a:bodyPr anchor="ctr" anchorCtr="0"/>
          <a:lstStyle>
            <a:lvl1pPr marL="0" indent="0">
              <a:buNone/>
              <a:defRPr sz="2000"/>
            </a:lvl1pPr>
            <a:lvl2pPr marL="354013" indent="0">
              <a:buNone/>
              <a:defRPr sz="2000"/>
            </a:lvl2pPr>
            <a:lvl3pPr marL="573088" indent="0">
              <a:buNone/>
              <a:defRPr sz="2000"/>
            </a:lvl3pPr>
            <a:lvl4pPr marL="804863" indent="0">
              <a:buNone/>
              <a:defRPr sz="2000"/>
            </a:lvl4pPr>
            <a:lvl5pPr marL="1036637" indent="0">
              <a:buNone/>
              <a:defRPr sz="2000"/>
            </a:lvl5pPr>
          </a:lstStyle>
          <a:p>
            <a:pPr lvl="0"/>
            <a:r>
              <a:rPr lang="en-US"/>
              <a:t>Click to edit Master text styles</a:t>
            </a:r>
          </a:p>
        </p:txBody>
      </p:sp>
      <p:sp>
        <p:nvSpPr>
          <p:cNvPr id="11" name="Oval 10">
            <a:extLst>
              <a:ext uri="{FF2B5EF4-FFF2-40B4-BE49-F238E27FC236}">
                <a16:creationId xmlns:a16="http://schemas.microsoft.com/office/drawing/2014/main" id="{1D14223A-2874-304B-A611-FCE6E7CF7AC8}"/>
              </a:ext>
            </a:extLst>
          </p:cNvPr>
          <p:cNvSpPr>
            <a:spLocks noChangeAspect="1"/>
          </p:cNvSpPr>
          <p:nvPr/>
        </p:nvSpPr>
        <p:spPr>
          <a:xfrm>
            <a:off x="609600" y="5336043"/>
            <a:ext cx="584200" cy="584201"/>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rPr>
              <a:t>5</a:t>
            </a:r>
          </a:p>
        </p:txBody>
      </p:sp>
      <p:sp>
        <p:nvSpPr>
          <p:cNvPr id="32" name="Text Placeholder 3">
            <a:extLst>
              <a:ext uri="{FF2B5EF4-FFF2-40B4-BE49-F238E27FC236}">
                <a16:creationId xmlns:a16="http://schemas.microsoft.com/office/drawing/2014/main" id="{24A902F3-24F2-C64A-A854-2CA93D88CCB0}"/>
              </a:ext>
            </a:extLst>
          </p:cNvPr>
          <p:cNvSpPr>
            <a:spLocks noGrp="1"/>
          </p:cNvSpPr>
          <p:nvPr>
            <p:ph type="body" sz="quarter" idx="21"/>
          </p:nvPr>
        </p:nvSpPr>
        <p:spPr>
          <a:xfrm>
            <a:off x="1335088" y="5428103"/>
            <a:ext cx="4239722" cy="400080"/>
          </a:xfrm>
        </p:spPr>
        <p:txBody>
          <a:bodyPr anchor="ctr" anchorCtr="0"/>
          <a:lstStyle>
            <a:lvl1pPr marL="0" indent="0">
              <a:buNone/>
              <a:defRPr sz="2000"/>
            </a:lvl1pPr>
            <a:lvl2pPr marL="354013" indent="0">
              <a:buNone/>
              <a:defRPr sz="2000"/>
            </a:lvl2pPr>
            <a:lvl3pPr marL="573088" indent="0">
              <a:buNone/>
              <a:defRPr sz="2000"/>
            </a:lvl3pPr>
            <a:lvl4pPr marL="804863" indent="0">
              <a:buNone/>
              <a:defRPr sz="2000"/>
            </a:lvl4pPr>
            <a:lvl5pPr marL="1036637" indent="0">
              <a:buNone/>
              <a:defRPr sz="2000"/>
            </a:lvl5pPr>
          </a:lstStyle>
          <a:p>
            <a:pPr lvl="0"/>
            <a:r>
              <a:rPr lang="en-US"/>
              <a:t>Click to edit Master text styles</a:t>
            </a:r>
          </a:p>
        </p:txBody>
      </p:sp>
      <p:sp>
        <p:nvSpPr>
          <p:cNvPr id="17" name="Oval 16">
            <a:extLst>
              <a:ext uri="{FF2B5EF4-FFF2-40B4-BE49-F238E27FC236}">
                <a16:creationId xmlns:a16="http://schemas.microsoft.com/office/drawing/2014/main" id="{D805EE45-BD6F-D44A-A433-2B2AD3A7E5AE}"/>
              </a:ext>
            </a:extLst>
          </p:cNvPr>
          <p:cNvSpPr>
            <a:spLocks noChangeAspect="1"/>
          </p:cNvSpPr>
          <p:nvPr/>
        </p:nvSpPr>
        <p:spPr>
          <a:xfrm>
            <a:off x="6108700" y="2133600"/>
            <a:ext cx="584200" cy="584201"/>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rPr>
              <a:t>6</a:t>
            </a:r>
          </a:p>
        </p:txBody>
      </p:sp>
      <p:sp>
        <p:nvSpPr>
          <p:cNvPr id="33" name="Text Placeholder 3">
            <a:extLst>
              <a:ext uri="{FF2B5EF4-FFF2-40B4-BE49-F238E27FC236}">
                <a16:creationId xmlns:a16="http://schemas.microsoft.com/office/drawing/2014/main" id="{3A1761A4-829F-5A40-96F6-F87757F35056}"/>
              </a:ext>
            </a:extLst>
          </p:cNvPr>
          <p:cNvSpPr>
            <a:spLocks noGrp="1"/>
          </p:cNvSpPr>
          <p:nvPr>
            <p:ph type="body" sz="quarter" idx="22"/>
          </p:nvPr>
        </p:nvSpPr>
        <p:spPr>
          <a:xfrm>
            <a:off x="6835343" y="2225660"/>
            <a:ext cx="4239722" cy="400080"/>
          </a:xfrm>
        </p:spPr>
        <p:txBody>
          <a:bodyPr anchor="ctr" anchorCtr="0"/>
          <a:lstStyle>
            <a:lvl1pPr marL="0" indent="0">
              <a:buNone/>
              <a:defRPr sz="2000"/>
            </a:lvl1pPr>
            <a:lvl2pPr marL="354013" indent="0">
              <a:buNone/>
              <a:defRPr sz="2000"/>
            </a:lvl2pPr>
            <a:lvl3pPr marL="573088" indent="0">
              <a:buNone/>
              <a:defRPr sz="2000"/>
            </a:lvl3pPr>
            <a:lvl4pPr marL="804863" indent="0">
              <a:buNone/>
              <a:defRPr sz="2000"/>
            </a:lvl4pPr>
            <a:lvl5pPr marL="1036637" indent="0">
              <a:buNone/>
              <a:defRPr sz="2000"/>
            </a:lvl5pPr>
          </a:lstStyle>
          <a:p>
            <a:pPr lvl="0"/>
            <a:r>
              <a:rPr lang="en-US"/>
              <a:t>Click to edit Master text styles</a:t>
            </a:r>
          </a:p>
        </p:txBody>
      </p:sp>
      <p:sp>
        <p:nvSpPr>
          <p:cNvPr id="18" name="Oval 17">
            <a:extLst>
              <a:ext uri="{FF2B5EF4-FFF2-40B4-BE49-F238E27FC236}">
                <a16:creationId xmlns:a16="http://schemas.microsoft.com/office/drawing/2014/main" id="{0A465BCF-C417-A142-96BD-8D38B8D2B521}"/>
              </a:ext>
            </a:extLst>
          </p:cNvPr>
          <p:cNvSpPr>
            <a:spLocks noChangeAspect="1"/>
          </p:cNvSpPr>
          <p:nvPr/>
        </p:nvSpPr>
        <p:spPr>
          <a:xfrm>
            <a:off x="6108700" y="2934211"/>
            <a:ext cx="584200" cy="584201"/>
          </a:xfrm>
          <a:prstGeom prst="ellipse">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rPr>
              <a:t>7</a:t>
            </a:r>
          </a:p>
        </p:txBody>
      </p:sp>
      <p:sp>
        <p:nvSpPr>
          <p:cNvPr id="34" name="Text Placeholder 3">
            <a:extLst>
              <a:ext uri="{FF2B5EF4-FFF2-40B4-BE49-F238E27FC236}">
                <a16:creationId xmlns:a16="http://schemas.microsoft.com/office/drawing/2014/main" id="{E4CAA09B-E03A-7143-AE6D-BFDCB354E279}"/>
              </a:ext>
            </a:extLst>
          </p:cNvPr>
          <p:cNvSpPr>
            <a:spLocks noGrp="1"/>
          </p:cNvSpPr>
          <p:nvPr>
            <p:ph type="body" sz="quarter" idx="23"/>
          </p:nvPr>
        </p:nvSpPr>
        <p:spPr>
          <a:xfrm>
            <a:off x="6835343" y="3026271"/>
            <a:ext cx="4239722" cy="400080"/>
          </a:xfrm>
        </p:spPr>
        <p:txBody>
          <a:bodyPr anchor="ctr" anchorCtr="0"/>
          <a:lstStyle>
            <a:lvl1pPr marL="0" indent="0">
              <a:buNone/>
              <a:defRPr sz="2000"/>
            </a:lvl1pPr>
            <a:lvl2pPr marL="354013" indent="0">
              <a:buNone/>
              <a:defRPr sz="2000"/>
            </a:lvl2pPr>
            <a:lvl3pPr marL="573088" indent="0">
              <a:buNone/>
              <a:defRPr sz="2000"/>
            </a:lvl3pPr>
            <a:lvl4pPr marL="804863" indent="0">
              <a:buNone/>
              <a:defRPr sz="2000"/>
            </a:lvl4pPr>
            <a:lvl5pPr marL="1036637" indent="0">
              <a:buNone/>
              <a:defRPr sz="2000"/>
            </a:lvl5pPr>
          </a:lstStyle>
          <a:p>
            <a:pPr lvl="0"/>
            <a:r>
              <a:rPr lang="en-US"/>
              <a:t>Click to edit Master text styles</a:t>
            </a:r>
          </a:p>
        </p:txBody>
      </p:sp>
      <p:sp>
        <p:nvSpPr>
          <p:cNvPr id="19" name="Oval 18">
            <a:extLst>
              <a:ext uri="{FF2B5EF4-FFF2-40B4-BE49-F238E27FC236}">
                <a16:creationId xmlns:a16="http://schemas.microsoft.com/office/drawing/2014/main" id="{AD717B82-FAAA-A544-B9A7-7AFF1F80609B}"/>
              </a:ext>
            </a:extLst>
          </p:cNvPr>
          <p:cNvSpPr>
            <a:spLocks noChangeAspect="1"/>
          </p:cNvSpPr>
          <p:nvPr/>
        </p:nvSpPr>
        <p:spPr>
          <a:xfrm>
            <a:off x="6108700" y="3734822"/>
            <a:ext cx="584200" cy="584201"/>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rPr>
              <a:t>8</a:t>
            </a:r>
          </a:p>
        </p:txBody>
      </p:sp>
      <p:sp>
        <p:nvSpPr>
          <p:cNvPr id="35" name="Text Placeholder 3">
            <a:extLst>
              <a:ext uri="{FF2B5EF4-FFF2-40B4-BE49-F238E27FC236}">
                <a16:creationId xmlns:a16="http://schemas.microsoft.com/office/drawing/2014/main" id="{5B9F46E6-F6B1-654D-9686-30018D5183ED}"/>
              </a:ext>
            </a:extLst>
          </p:cNvPr>
          <p:cNvSpPr>
            <a:spLocks noGrp="1"/>
          </p:cNvSpPr>
          <p:nvPr>
            <p:ph type="body" sz="quarter" idx="24"/>
          </p:nvPr>
        </p:nvSpPr>
        <p:spPr>
          <a:xfrm>
            <a:off x="6835343" y="3826882"/>
            <a:ext cx="4239722" cy="400080"/>
          </a:xfrm>
        </p:spPr>
        <p:txBody>
          <a:bodyPr anchor="ctr" anchorCtr="0"/>
          <a:lstStyle>
            <a:lvl1pPr marL="0" indent="0">
              <a:buNone/>
              <a:defRPr sz="2000"/>
            </a:lvl1pPr>
            <a:lvl2pPr marL="354013" indent="0">
              <a:buNone/>
              <a:defRPr sz="2000"/>
            </a:lvl2pPr>
            <a:lvl3pPr marL="573088" indent="0">
              <a:buNone/>
              <a:defRPr sz="2000"/>
            </a:lvl3pPr>
            <a:lvl4pPr marL="804863" indent="0">
              <a:buNone/>
              <a:defRPr sz="2000"/>
            </a:lvl4pPr>
            <a:lvl5pPr marL="1036637" indent="0">
              <a:buNone/>
              <a:defRPr sz="2000"/>
            </a:lvl5pPr>
          </a:lstStyle>
          <a:p>
            <a:pPr lvl="0"/>
            <a:r>
              <a:rPr lang="en-US"/>
              <a:t>Click to edit Master text styles</a:t>
            </a:r>
          </a:p>
        </p:txBody>
      </p:sp>
      <p:sp>
        <p:nvSpPr>
          <p:cNvPr id="20" name="Oval 19">
            <a:extLst>
              <a:ext uri="{FF2B5EF4-FFF2-40B4-BE49-F238E27FC236}">
                <a16:creationId xmlns:a16="http://schemas.microsoft.com/office/drawing/2014/main" id="{7DD92E02-391C-8346-9175-481EDD789003}"/>
              </a:ext>
            </a:extLst>
          </p:cNvPr>
          <p:cNvSpPr>
            <a:spLocks noChangeAspect="1"/>
          </p:cNvSpPr>
          <p:nvPr/>
        </p:nvSpPr>
        <p:spPr>
          <a:xfrm>
            <a:off x="6108700" y="4535433"/>
            <a:ext cx="584200" cy="584201"/>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rPr>
              <a:t>9</a:t>
            </a:r>
          </a:p>
        </p:txBody>
      </p:sp>
      <p:sp>
        <p:nvSpPr>
          <p:cNvPr id="36" name="Text Placeholder 3">
            <a:extLst>
              <a:ext uri="{FF2B5EF4-FFF2-40B4-BE49-F238E27FC236}">
                <a16:creationId xmlns:a16="http://schemas.microsoft.com/office/drawing/2014/main" id="{CE911FD4-9BF8-2746-BB65-80336440D2BF}"/>
              </a:ext>
            </a:extLst>
          </p:cNvPr>
          <p:cNvSpPr>
            <a:spLocks noGrp="1"/>
          </p:cNvSpPr>
          <p:nvPr>
            <p:ph type="body" sz="quarter" idx="25"/>
          </p:nvPr>
        </p:nvSpPr>
        <p:spPr>
          <a:xfrm>
            <a:off x="6835343" y="4627493"/>
            <a:ext cx="4239722" cy="400080"/>
          </a:xfrm>
        </p:spPr>
        <p:txBody>
          <a:bodyPr anchor="ctr" anchorCtr="0"/>
          <a:lstStyle>
            <a:lvl1pPr marL="0" indent="0">
              <a:buNone/>
              <a:defRPr sz="2000"/>
            </a:lvl1pPr>
            <a:lvl2pPr marL="354013" indent="0">
              <a:buNone/>
              <a:defRPr sz="2000"/>
            </a:lvl2pPr>
            <a:lvl3pPr marL="573088" indent="0">
              <a:buNone/>
              <a:defRPr sz="2000"/>
            </a:lvl3pPr>
            <a:lvl4pPr marL="804863" indent="0">
              <a:buNone/>
              <a:defRPr sz="2000"/>
            </a:lvl4pPr>
            <a:lvl5pPr marL="1036637" indent="0">
              <a:buNone/>
              <a:defRPr sz="2000"/>
            </a:lvl5pPr>
          </a:lstStyle>
          <a:p>
            <a:pPr lvl="0"/>
            <a:r>
              <a:rPr lang="en-US"/>
              <a:t>Click to edit Master text styles</a:t>
            </a:r>
          </a:p>
        </p:txBody>
      </p:sp>
      <p:sp>
        <p:nvSpPr>
          <p:cNvPr id="21" name="Oval 20">
            <a:extLst>
              <a:ext uri="{FF2B5EF4-FFF2-40B4-BE49-F238E27FC236}">
                <a16:creationId xmlns:a16="http://schemas.microsoft.com/office/drawing/2014/main" id="{D0D73757-6FD9-C344-94AE-F46CC887B733}"/>
              </a:ext>
            </a:extLst>
          </p:cNvPr>
          <p:cNvSpPr>
            <a:spLocks noChangeAspect="1"/>
          </p:cNvSpPr>
          <p:nvPr/>
        </p:nvSpPr>
        <p:spPr>
          <a:xfrm>
            <a:off x="6108700" y="5336043"/>
            <a:ext cx="584200" cy="584201"/>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400" b="1">
                <a:solidFill>
                  <a:schemeClr val="bg1"/>
                </a:solidFill>
              </a:rPr>
              <a:t>10</a:t>
            </a:r>
          </a:p>
        </p:txBody>
      </p:sp>
      <p:sp>
        <p:nvSpPr>
          <p:cNvPr id="37" name="Text Placeholder 3">
            <a:extLst>
              <a:ext uri="{FF2B5EF4-FFF2-40B4-BE49-F238E27FC236}">
                <a16:creationId xmlns:a16="http://schemas.microsoft.com/office/drawing/2014/main" id="{7A01C130-A524-854A-B729-75A2677286E2}"/>
              </a:ext>
            </a:extLst>
          </p:cNvPr>
          <p:cNvSpPr>
            <a:spLocks noGrp="1"/>
          </p:cNvSpPr>
          <p:nvPr>
            <p:ph type="body" sz="quarter" idx="26"/>
          </p:nvPr>
        </p:nvSpPr>
        <p:spPr>
          <a:xfrm>
            <a:off x="6835343" y="5428103"/>
            <a:ext cx="4239722" cy="400080"/>
          </a:xfrm>
        </p:spPr>
        <p:txBody>
          <a:bodyPr anchor="ctr" anchorCtr="0"/>
          <a:lstStyle>
            <a:lvl1pPr marL="0" indent="0">
              <a:buNone/>
              <a:defRPr sz="2000"/>
            </a:lvl1pPr>
            <a:lvl2pPr marL="354013" indent="0">
              <a:buNone/>
              <a:defRPr sz="2000"/>
            </a:lvl2pPr>
            <a:lvl3pPr marL="573088" indent="0">
              <a:buNone/>
              <a:defRPr sz="2000"/>
            </a:lvl3pPr>
            <a:lvl4pPr marL="804863" indent="0">
              <a:buNone/>
              <a:defRPr sz="2000"/>
            </a:lvl4pPr>
            <a:lvl5pPr marL="1036637" indent="0">
              <a:buNone/>
              <a:defRPr sz="2000"/>
            </a:lvl5pPr>
          </a:lstStyle>
          <a:p>
            <a:pPr lvl="0"/>
            <a:r>
              <a:rPr lang="en-US"/>
              <a:t>Click to edit Master text styles</a:t>
            </a:r>
          </a:p>
        </p:txBody>
      </p:sp>
      <p:sp>
        <p:nvSpPr>
          <p:cNvPr id="27" name="TextBox 26">
            <a:extLst>
              <a:ext uri="{FF2B5EF4-FFF2-40B4-BE49-F238E27FC236}">
                <a16:creationId xmlns:a16="http://schemas.microsoft.com/office/drawing/2014/main" id="{86A5D372-307D-E842-A741-DB16AB0C02BB}"/>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a:xfrm>
            <a:off x="8981185" y="6216212"/>
            <a:ext cx="2707895" cy="246221"/>
          </a:xfrm>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297547921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_Content A">
    <p:spTree>
      <p:nvGrpSpPr>
        <p:cNvPr id="1" name=""/>
        <p:cNvGrpSpPr/>
        <p:nvPr/>
      </p:nvGrpSpPr>
      <p:grpSpPr>
        <a:xfrm>
          <a:off x="0" y="0"/>
          <a:ext cx="0" cy="0"/>
          <a:chOff x="0" y="0"/>
          <a:chExt cx="0" cy="0"/>
        </a:xfrm>
      </p:grpSpPr>
      <p:sp>
        <p:nvSpPr>
          <p:cNvPr id="26" name="Title 16"/>
          <p:cNvSpPr>
            <a:spLocks noGrp="1"/>
          </p:cNvSpPr>
          <p:nvPr>
            <p:ph type="title"/>
          </p:nvPr>
        </p:nvSpPr>
        <p:spPr>
          <a:xfrm>
            <a:off x="499176" y="969825"/>
            <a:ext cx="11189904" cy="723899"/>
          </a:xfrm>
        </p:spPr>
        <p:txBody>
          <a:bodyPr>
            <a:noAutofit/>
          </a:bodyPr>
          <a:lstStyle/>
          <a:p>
            <a:r>
              <a:rPr lang="en-US"/>
              <a:t>Click to edit Master title style</a:t>
            </a:r>
          </a:p>
        </p:txBody>
      </p:sp>
      <p:sp>
        <p:nvSpPr>
          <p:cNvPr id="6" name="Text Placeholder 5">
            <a:extLst>
              <a:ext uri="{FF2B5EF4-FFF2-40B4-BE49-F238E27FC236}">
                <a16:creationId xmlns:a16="http://schemas.microsoft.com/office/drawing/2014/main" id="{6B65FB38-CF8E-EC49-9B9C-9C905814BC92}"/>
              </a:ext>
            </a:extLst>
          </p:cNvPr>
          <p:cNvSpPr>
            <a:spLocks noGrp="1"/>
          </p:cNvSpPr>
          <p:nvPr>
            <p:ph type="body" sz="quarter" idx="16" hasCustomPrompt="1"/>
          </p:nvPr>
        </p:nvSpPr>
        <p:spPr>
          <a:xfrm>
            <a:off x="513485" y="626912"/>
            <a:ext cx="11190288" cy="228600"/>
          </a:xfrm>
        </p:spPr>
        <p:txBody>
          <a:bodyPr>
            <a:noAutofit/>
          </a:bodyPr>
          <a:lstStyle>
            <a:lvl1pPr marL="0" indent="0">
              <a:buNone/>
              <a:defRPr sz="1800" b="1" cap="all" spc="170" baseline="0">
                <a:solidFill>
                  <a:schemeClr val="accent1"/>
                </a:solidFill>
              </a:defRPr>
            </a:lvl1pPr>
          </a:lstStyle>
          <a:p>
            <a:pPr lvl="0"/>
            <a:r>
              <a:rPr lang="en-US"/>
              <a:t>Subtitle</a:t>
            </a:r>
          </a:p>
        </p:txBody>
      </p:sp>
      <p:sp>
        <p:nvSpPr>
          <p:cNvPr id="4" name="Table Placeholder 3">
            <a:extLst>
              <a:ext uri="{FF2B5EF4-FFF2-40B4-BE49-F238E27FC236}">
                <a16:creationId xmlns:a16="http://schemas.microsoft.com/office/drawing/2014/main" id="{C98C1B8D-FFEF-2242-B9B5-3F30CF41DD56}"/>
              </a:ext>
            </a:extLst>
          </p:cNvPr>
          <p:cNvSpPr>
            <a:spLocks noGrp="1"/>
          </p:cNvSpPr>
          <p:nvPr>
            <p:ph type="tbl" sz="quarter" idx="17"/>
          </p:nvPr>
        </p:nvSpPr>
        <p:spPr>
          <a:xfrm>
            <a:off x="609600" y="2209800"/>
            <a:ext cx="10972800" cy="4000500"/>
          </a:xfrm>
        </p:spPr>
        <p:txBody>
          <a:bodyPr>
            <a:noAutofit/>
          </a:bodyPr>
          <a:lstStyle/>
          <a:p>
            <a:r>
              <a:rPr lang="en-US"/>
              <a:t>Click icon to add table</a:t>
            </a:r>
          </a:p>
        </p:txBody>
      </p:sp>
      <p:sp>
        <p:nvSpPr>
          <p:cNvPr id="7" name="TextBox 6">
            <a:extLst>
              <a:ext uri="{FF2B5EF4-FFF2-40B4-BE49-F238E27FC236}">
                <a16:creationId xmlns:a16="http://schemas.microsoft.com/office/drawing/2014/main" id="{E3A3DA83-43E4-7142-82E1-46053E45A21F}"/>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a:xfrm>
            <a:off x="8981185" y="6216212"/>
            <a:ext cx="2707895" cy="246221"/>
          </a:xfrm>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1850955324"/>
      </p:ext>
    </p:extLst>
  </p:cSld>
  <p:clrMapOvr>
    <a:masterClrMapping/>
  </p:clrMapOvr>
  <p:extLst>
    <p:ext uri="{DCECCB84-F9BA-43D5-87BE-67443E8EF086}">
      <p15:sldGuideLst xmlns:p15="http://schemas.microsoft.com/office/powerpoint/2012/main">
        <p15:guide id="1" orient="horz" pos="13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CB2C7-C01B-D14D-BC0A-D94F42968D15}"/>
              </a:ext>
            </a:extLst>
          </p:cNvPr>
          <p:cNvSpPr>
            <a:spLocks noGrp="1"/>
          </p:cNvSpPr>
          <p:nvPr>
            <p:ph type="title"/>
          </p:nvPr>
        </p:nvSpPr>
        <p:spPr/>
        <p:txBody>
          <a:bodyPr/>
          <a:lstStyle/>
          <a:p>
            <a:r>
              <a:rPr lang="en-US"/>
              <a:t>Click to edit Master title style</a:t>
            </a:r>
          </a:p>
        </p:txBody>
      </p:sp>
      <p:sp>
        <p:nvSpPr>
          <p:cNvPr id="14" name="Text Placeholder 5">
            <a:extLst>
              <a:ext uri="{FF2B5EF4-FFF2-40B4-BE49-F238E27FC236}">
                <a16:creationId xmlns:a16="http://schemas.microsoft.com/office/drawing/2014/main" id="{739BD23D-DE90-304B-892F-3F288C4E84D4}"/>
              </a:ext>
            </a:extLst>
          </p:cNvPr>
          <p:cNvSpPr>
            <a:spLocks noGrp="1"/>
          </p:cNvSpPr>
          <p:nvPr>
            <p:ph type="body" sz="quarter" idx="16" hasCustomPrompt="1"/>
          </p:nvPr>
        </p:nvSpPr>
        <p:spPr>
          <a:xfrm>
            <a:off x="513485" y="626913"/>
            <a:ext cx="11190288" cy="246221"/>
          </a:xfrm>
        </p:spPr>
        <p:txBody>
          <a:bodyPr>
            <a:noAutofit/>
          </a:bodyPr>
          <a:lstStyle>
            <a:lvl1pPr marL="0" indent="0">
              <a:buNone/>
              <a:defRPr sz="1900" b="1" cap="all" spc="170" baseline="0">
                <a:solidFill>
                  <a:schemeClr val="accent1"/>
                </a:solidFill>
              </a:defRPr>
            </a:lvl1pPr>
          </a:lstStyle>
          <a:p>
            <a:pPr lvl="0"/>
            <a:r>
              <a:rPr lang="en-US"/>
              <a:t>Subtitle</a:t>
            </a:r>
          </a:p>
        </p:txBody>
      </p:sp>
      <p:sp>
        <p:nvSpPr>
          <p:cNvPr id="9" name="Content Placeholder 7"/>
          <p:cNvSpPr>
            <a:spLocks noGrp="1"/>
          </p:cNvSpPr>
          <p:nvPr>
            <p:ph sz="quarter" idx="15"/>
          </p:nvPr>
        </p:nvSpPr>
        <p:spPr>
          <a:xfrm>
            <a:off x="499175" y="2208807"/>
            <a:ext cx="5418054" cy="3533182"/>
          </a:xfrm>
        </p:spPr>
        <p:txBody>
          <a:bodyPr>
            <a:noAutofit/>
          </a:bodyPr>
          <a:lstStyle>
            <a:lvl1pPr marL="231775" indent="-231775">
              <a:buSzPct val="100000"/>
              <a:buFont typeface="Arial" panose="020B0604020202020204" pitchFamily="34" charset="0"/>
              <a:buChar char="•"/>
              <a:defRPr lang="en-US" sz="2800" kern="1200" dirty="0">
                <a:solidFill>
                  <a:schemeClr val="bg2">
                    <a:lumMod val="25000"/>
                  </a:schemeClr>
                </a:solidFill>
                <a:latin typeface="+mn-lt"/>
                <a:ea typeface="+mn-ea"/>
                <a:cs typeface="+mn-cs"/>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p:cNvSpPr>
            <a:spLocks noGrp="1"/>
          </p:cNvSpPr>
          <p:nvPr>
            <p:ph sz="quarter" idx="14"/>
          </p:nvPr>
        </p:nvSpPr>
        <p:spPr>
          <a:xfrm>
            <a:off x="6256421" y="2208807"/>
            <a:ext cx="5418054" cy="3533182"/>
          </a:xfrm>
        </p:spPr>
        <p:txBody>
          <a:bodyPr>
            <a:noAutofit/>
          </a:bodyPr>
          <a:lstStyle>
            <a:lvl1pPr marL="231775" indent="-231775">
              <a:buSzPct val="100000"/>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397686A8-6B7C-BF4C-A3B9-F6B65F958979}"/>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35187726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ontent B">
    <p:spTree>
      <p:nvGrpSpPr>
        <p:cNvPr id="1" name=""/>
        <p:cNvGrpSpPr/>
        <p:nvPr/>
      </p:nvGrpSpPr>
      <p:grpSpPr>
        <a:xfrm>
          <a:off x="0" y="0"/>
          <a:ext cx="0" cy="0"/>
          <a:chOff x="0" y="0"/>
          <a:chExt cx="0" cy="0"/>
        </a:xfrm>
      </p:grpSpPr>
      <p:sp>
        <p:nvSpPr>
          <p:cNvPr id="5" name="Title 16"/>
          <p:cNvSpPr>
            <a:spLocks noGrp="1"/>
          </p:cNvSpPr>
          <p:nvPr>
            <p:ph type="title"/>
          </p:nvPr>
        </p:nvSpPr>
        <p:spPr>
          <a:xfrm>
            <a:off x="499176" y="632011"/>
            <a:ext cx="5418053" cy="1276865"/>
          </a:xfrm>
        </p:spPr>
        <p:txBody>
          <a:bodyPr>
            <a:noAutofit/>
          </a:bodyPr>
          <a:lstStyle>
            <a:lvl1pPr>
              <a:defRPr b="0"/>
            </a:lvl1pPr>
          </a:lstStyle>
          <a:p>
            <a:r>
              <a:rPr lang="en-US"/>
              <a:t>Click to edit Master title style</a:t>
            </a:r>
          </a:p>
        </p:txBody>
      </p:sp>
      <p:sp>
        <p:nvSpPr>
          <p:cNvPr id="9" name="Content Placeholder 7"/>
          <p:cNvSpPr>
            <a:spLocks noGrp="1"/>
          </p:cNvSpPr>
          <p:nvPr>
            <p:ph sz="quarter" idx="15"/>
          </p:nvPr>
        </p:nvSpPr>
        <p:spPr>
          <a:xfrm>
            <a:off x="499175" y="2208807"/>
            <a:ext cx="5418054" cy="3533182"/>
          </a:xfrm>
        </p:spPr>
        <p:txBody>
          <a:bodyPr>
            <a:noAutofit/>
          </a:bodyPr>
          <a:lstStyle>
            <a:lvl1pPr marL="231775" indent="-231775">
              <a:buSzPct val="100000"/>
              <a:buFont typeface="Arial" panose="020B0604020202020204" pitchFamily="34" charset="0"/>
              <a:buChar char="•"/>
              <a:defRPr lang="en-US" sz="2800" kern="1200" dirty="0">
                <a:solidFill>
                  <a:schemeClr val="bg2">
                    <a:lumMod val="25000"/>
                  </a:schemeClr>
                </a:solidFill>
                <a:latin typeface="+mn-lt"/>
                <a:ea typeface="+mn-ea"/>
                <a:cs typeface="+mn-cs"/>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A2B8B11C-C73A-DA4C-80DE-8F4137916C9F}"/>
              </a:ext>
            </a:extLst>
          </p:cNvPr>
          <p:cNvSpPr/>
          <p:nvPr/>
        </p:nvSpPr>
        <p:spPr>
          <a:xfrm>
            <a:off x="6096000" y="0"/>
            <a:ext cx="6096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FC9CAC93-C9FE-8043-9CCE-6990BD4A4752}"/>
              </a:ext>
            </a:extLst>
          </p:cNvPr>
          <p:cNvSpPr>
            <a:spLocks noGrp="1"/>
          </p:cNvSpPr>
          <p:nvPr>
            <p:ph type="body" sz="quarter" idx="16"/>
          </p:nvPr>
        </p:nvSpPr>
        <p:spPr>
          <a:xfrm>
            <a:off x="6256421" y="618377"/>
            <a:ext cx="5432342" cy="1304925"/>
          </a:xfrm>
        </p:spPr>
        <p:txBody>
          <a:bodyPr/>
          <a:lstStyle>
            <a:lvl1pPr marL="0" indent="0" algn="l" defTabSz="914400" rtl="0" eaLnBrk="1" fontAlgn="base" latinLnBrk="0" hangingPunct="1">
              <a:lnSpc>
                <a:spcPct val="100000"/>
              </a:lnSpc>
              <a:spcBef>
                <a:spcPct val="0"/>
              </a:spcBef>
              <a:buNone/>
              <a:defRPr lang="en-US" sz="4000" b="0" kern="1200" cap="none" spc="0" baseline="0" dirty="0" smtClean="0">
                <a:solidFill>
                  <a:schemeClr val="tx1"/>
                </a:solidFill>
                <a:latin typeface="+mn-lt"/>
                <a:ea typeface="+mj-ea"/>
                <a:cs typeface="+mj-cs"/>
              </a:defRPr>
            </a:lvl1pPr>
            <a:lvl2pPr marL="354013" indent="0">
              <a:buNone/>
              <a:defRPr/>
            </a:lvl2pPr>
          </a:lstStyle>
          <a:p>
            <a:pPr lvl="0"/>
            <a:r>
              <a:rPr lang="en-US"/>
              <a:t>Click to edit Master text styles</a:t>
            </a:r>
          </a:p>
        </p:txBody>
      </p:sp>
      <p:sp>
        <p:nvSpPr>
          <p:cNvPr id="8" name="Content Placeholder 7"/>
          <p:cNvSpPr>
            <a:spLocks noGrp="1"/>
          </p:cNvSpPr>
          <p:nvPr>
            <p:ph sz="quarter" idx="14"/>
          </p:nvPr>
        </p:nvSpPr>
        <p:spPr>
          <a:xfrm>
            <a:off x="6256421" y="2208807"/>
            <a:ext cx="5418054" cy="3533182"/>
          </a:xfrm>
        </p:spPr>
        <p:txBody>
          <a:bodyPr>
            <a:noAutofit/>
          </a:bodyPr>
          <a:lstStyle>
            <a:lvl1pPr marL="231775" indent="-231775">
              <a:buSzPct val="100000"/>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DF369865-0C6D-E146-8408-38986A6B807B}"/>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1681651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2_Content B">
    <p:spTree>
      <p:nvGrpSpPr>
        <p:cNvPr id="1" name=""/>
        <p:cNvGrpSpPr/>
        <p:nvPr/>
      </p:nvGrpSpPr>
      <p:grpSpPr>
        <a:xfrm>
          <a:off x="0" y="0"/>
          <a:ext cx="0" cy="0"/>
          <a:chOff x="0" y="0"/>
          <a:chExt cx="0" cy="0"/>
        </a:xfrm>
      </p:grpSpPr>
      <p:sp>
        <p:nvSpPr>
          <p:cNvPr id="21" name="Title 16">
            <a:extLst>
              <a:ext uri="{FF2B5EF4-FFF2-40B4-BE49-F238E27FC236}">
                <a16:creationId xmlns:a16="http://schemas.microsoft.com/office/drawing/2014/main" id="{51730CD2-DAEF-0A4D-BDAB-9673E579AB63}"/>
              </a:ext>
            </a:extLst>
          </p:cNvPr>
          <p:cNvSpPr>
            <a:spLocks noGrp="1"/>
          </p:cNvSpPr>
          <p:nvPr>
            <p:ph type="title"/>
          </p:nvPr>
        </p:nvSpPr>
        <p:spPr>
          <a:xfrm>
            <a:off x="499176" y="969825"/>
            <a:ext cx="11189904" cy="723899"/>
          </a:xfrm>
        </p:spPr>
        <p:txBody>
          <a:bodyPr>
            <a:noAutofit/>
          </a:bodyPr>
          <a:lstStyle>
            <a:lvl1pPr>
              <a:defRPr b="0"/>
            </a:lvl1pPr>
          </a:lstStyle>
          <a:p>
            <a:r>
              <a:rPr lang="en-US"/>
              <a:t>Click to edit Master title style</a:t>
            </a:r>
          </a:p>
        </p:txBody>
      </p:sp>
      <p:sp>
        <p:nvSpPr>
          <p:cNvPr id="22" name="Text Placeholder 5">
            <a:extLst>
              <a:ext uri="{FF2B5EF4-FFF2-40B4-BE49-F238E27FC236}">
                <a16:creationId xmlns:a16="http://schemas.microsoft.com/office/drawing/2014/main" id="{01BAC3A0-C801-7C4F-BB86-CC23A798BEDB}"/>
              </a:ext>
            </a:extLst>
          </p:cNvPr>
          <p:cNvSpPr>
            <a:spLocks noGrp="1"/>
          </p:cNvSpPr>
          <p:nvPr>
            <p:ph type="body" sz="quarter" idx="16" hasCustomPrompt="1"/>
          </p:nvPr>
        </p:nvSpPr>
        <p:spPr>
          <a:xfrm>
            <a:off x="513485" y="626913"/>
            <a:ext cx="11190288" cy="246221"/>
          </a:xfrm>
        </p:spPr>
        <p:txBody>
          <a:bodyPr>
            <a:noAutofit/>
          </a:bodyPr>
          <a:lstStyle>
            <a:lvl1pPr marL="0" indent="0">
              <a:buNone/>
              <a:defRPr sz="1900" b="1" cap="all" spc="170" baseline="0">
                <a:solidFill>
                  <a:schemeClr val="accent1"/>
                </a:solidFill>
              </a:defRPr>
            </a:lvl1pPr>
          </a:lstStyle>
          <a:p>
            <a:pPr lvl="0"/>
            <a:r>
              <a:rPr lang="en-US"/>
              <a:t>Subtitle</a:t>
            </a:r>
          </a:p>
        </p:txBody>
      </p:sp>
      <p:sp>
        <p:nvSpPr>
          <p:cNvPr id="16" name="Pie 1">
            <a:extLst>
              <a:ext uri="{FF2B5EF4-FFF2-40B4-BE49-F238E27FC236}">
                <a16:creationId xmlns:a16="http://schemas.microsoft.com/office/drawing/2014/main" id="{EDBEAA2E-A182-2145-9CC0-298CFDC8A5D5}"/>
              </a:ext>
            </a:extLst>
          </p:cNvPr>
          <p:cNvSpPr>
            <a:spLocks noChangeAspect="1"/>
          </p:cNvSpPr>
          <p:nvPr/>
        </p:nvSpPr>
        <p:spPr>
          <a:xfrm rot="5400000">
            <a:off x="2145303" y="2075294"/>
            <a:ext cx="246301" cy="492602"/>
          </a:xfrm>
          <a:custGeom>
            <a:avLst/>
            <a:gdLst>
              <a:gd name="connsiteX0" fmla="*/ 1757548 w 1757548"/>
              <a:gd name="connsiteY0" fmla="*/ 878774 h 1757548"/>
              <a:gd name="connsiteX1" fmla="*/ 878774 w 1757548"/>
              <a:gd name="connsiteY1" fmla="*/ 1757548 h 1757548"/>
              <a:gd name="connsiteX2" fmla="*/ 0 w 1757548"/>
              <a:gd name="connsiteY2" fmla="*/ 878774 h 1757548"/>
              <a:gd name="connsiteX3" fmla="*/ 878774 w 1757548"/>
              <a:gd name="connsiteY3" fmla="*/ 0 h 1757548"/>
              <a:gd name="connsiteX4" fmla="*/ 878774 w 1757548"/>
              <a:gd name="connsiteY4" fmla="*/ 878774 h 1757548"/>
              <a:gd name="connsiteX5" fmla="*/ 1757548 w 1757548"/>
              <a:gd name="connsiteY5" fmla="*/ 878774 h 1757548"/>
              <a:gd name="connsiteX0" fmla="*/ 878774 w 878774"/>
              <a:gd name="connsiteY0" fmla="*/ 878774 h 1757548"/>
              <a:gd name="connsiteX1" fmla="*/ 878774 w 878774"/>
              <a:gd name="connsiteY1" fmla="*/ 1757548 h 1757548"/>
              <a:gd name="connsiteX2" fmla="*/ 0 w 878774"/>
              <a:gd name="connsiteY2" fmla="*/ 878774 h 1757548"/>
              <a:gd name="connsiteX3" fmla="*/ 878774 w 878774"/>
              <a:gd name="connsiteY3" fmla="*/ 0 h 1757548"/>
              <a:gd name="connsiteX4" fmla="*/ 878774 w 878774"/>
              <a:gd name="connsiteY4" fmla="*/ 878774 h 1757548"/>
              <a:gd name="connsiteX0" fmla="*/ 878774 w 878774"/>
              <a:gd name="connsiteY0" fmla="*/ 0 h 1757548"/>
              <a:gd name="connsiteX1" fmla="*/ 878774 w 878774"/>
              <a:gd name="connsiteY1" fmla="*/ 1757548 h 1757548"/>
              <a:gd name="connsiteX2" fmla="*/ 0 w 878774"/>
              <a:gd name="connsiteY2" fmla="*/ 878774 h 1757548"/>
              <a:gd name="connsiteX3" fmla="*/ 878774 w 878774"/>
              <a:gd name="connsiteY3" fmla="*/ 0 h 1757548"/>
            </a:gdLst>
            <a:ahLst/>
            <a:cxnLst>
              <a:cxn ang="0">
                <a:pos x="connsiteX0" y="connsiteY0"/>
              </a:cxn>
              <a:cxn ang="0">
                <a:pos x="connsiteX1" y="connsiteY1"/>
              </a:cxn>
              <a:cxn ang="0">
                <a:pos x="connsiteX2" y="connsiteY2"/>
              </a:cxn>
              <a:cxn ang="0">
                <a:pos x="connsiteX3" y="connsiteY3"/>
              </a:cxn>
            </a:cxnLst>
            <a:rect l="l" t="t" r="r" b="b"/>
            <a:pathLst>
              <a:path w="878774" h="1757548">
                <a:moveTo>
                  <a:pt x="878774" y="0"/>
                </a:moveTo>
                <a:lnTo>
                  <a:pt x="878774" y="1757548"/>
                </a:lnTo>
                <a:cubicBezTo>
                  <a:pt x="393441" y="1757548"/>
                  <a:pt x="0" y="1364107"/>
                  <a:pt x="0" y="878774"/>
                </a:cubicBezTo>
                <a:cubicBezTo>
                  <a:pt x="0" y="393441"/>
                  <a:pt x="393441" y="0"/>
                  <a:pt x="87877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ontent Placeholder 7"/>
          <p:cNvSpPr>
            <a:spLocks noGrp="1"/>
          </p:cNvSpPr>
          <p:nvPr>
            <p:ph sz="quarter" idx="15"/>
          </p:nvPr>
        </p:nvSpPr>
        <p:spPr>
          <a:xfrm>
            <a:off x="499175" y="2687796"/>
            <a:ext cx="3533038" cy="2479963"/>
          </a:xfrm>
        </p:spPr>
        <p:txBody>
          <a:bodyPr>
            <a:noAutofit/>
          </a:bodyPr>
          <a:lstStyle>
            <a:lvl1pPr marL="231775" indent="-231775">
              <a:buSzPct val="100000"/>
              <a:buFont typeface="Arial" panose="020B0604020202020204" pitchFamily="34" charset="0"/>
              <a:buChar char="•"/>
              <a:defRPr lang="en-US" sz="2400" kern="1200" dirty="0">
                <a:solidFill>
                  <a:schemeClr val="bg2">
                    <a:lumMod val="25000"/>
                  </a:schemeClr>
                </a:solidFill>
                <a:latin typeface="+mn-lt"/>
                <a:ea typeface="+mn-ea"/>
                <a:cs typeface="+mn-cs"/>
              </a:defRPr>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Pie 1">
            <a:extLst>
              <a:ext uri="{FF2B5EF4-FFF2-40B4-BE49-F238E27FC236}">
                <a16:creationId xmlns:a16="http://schemas.microsoft.com/office/drawing/2014/main" id="{5DD7E085-5E1F-5A40-BA5D-4404BF2700F4}"/>
              </a:ext>
            </a:extLst>
          </p:cNvPr>
          <p:cNvSpPr>
            <a:spLocks noChangeAspect="1"/>
          </p:cNvSpPr>
          <p:nvPr/>
        </p:nvSpPr>
        <p:spPr>
          <a:xfrm rot="5400000">
            <a:off x="5969160" y="2075295"/>
            <a:ext cx="246301" cy="492602"/>
          </a:xfrm>
          <a:custGeom>
            <a:avLst/>
            <a:gdLst>
              <a:gd name="connsiteX0" fmla="*/ 1757548 w 1757548"/>
              <a:gd name="connsiteY0" fmla="*/ 878774 h 1757548"/>
              <a:gd name="connsiteX1" fmla="*/ 878774 w 1757548"/>
              <a:gd name="connsiteY1" fmla="*/ 1757548 h 1757548"/>
              <a:gd name="connsiteX2" fmla="*/ 0 w 1757548"/>
              <a:gd name="connsiteY2" fmla="*/ 878774 h 1757548"/>
              <a:gd name="connsiteX3" fmla="*/ 878774 w 1757548"/>
              <a:gd name="connsiteY3" fmla="*/ 0 h 1757548"/>
              <a:gd name="connsiteX4" fmla="*/ 878774 w 1757548"/>
              <a:gd name="connsiteY4" fmla="*/ 878774 h 1757548"/>
              <a:gd name="connsiteX5" fmla="*/ 1757548 w 1757548"/>
              <a:gd name="connsiteY5" fmla="*/ 878774 h 1757548"/>
              <a:gd name="connsiteX0" fmla="*/ 878774 w 878774"/>
              <a:gd name="connsiteY0" fmla="*/ 878774 h 1757548"/>
              <a:gd name="connsiteX1" fmla="*/ 878774 w 878774"/>
              <a:gd name="connsiteY1" fmla="*/ 1757548 h 1757548"/>
              <a:gd name="connsiteX2" fmla="*/ 0 w 878774"/>
              <a:gd name="connsiteY2" fmla="*/ 878774 h 1757548"/>
              <a:gd name="connsiteX3" fmla="*/ 878774 w 878774"/>
              <a:gd name="connsiteY3" fmla="*/ 0 h 1757548"/>
              <a:gd name="connsiteX4" fmla="*/ 878774 w 878774"/>
              <a:gd name="connsiteY4" fmla="*/ 878774 h 1757548"/>
              <a:gd name="connsiteX0" fmla="*/ 878774 w 878774"/>
              <a:gd name="connsiteY0" fmla="*/ 0 h 1757548"/>
              <a:gd name="connsiteX1" fmla="*/ 878774 w 878774"/>
              <a:gd name="connsiteY1" fmla="*/ 1757548 h 1757548"/>
              <a:gd name="connsiteX2" fmla="*/ 0 w 878774"/>
              <a:gd name="connsiteY2" fmla="*/ 878774 h 1757548"/>
              <a:gd name="connsiteX3" fmla="*/ 878774 w 878774"/>
              <a:gd name="connsiteY3" fmla="*/ 0 h 1757548"/>
            </a:gdLst>
            <a:ahLst/>
            <a:cxnLst>
              <a:cxn ang="0">
                <a:pos x="connsiteX0" y="connsiteY0"/>
              </a:cxn>
              <a:cxn ang="0">
                <a:pos x="connsiteX1" y="connsiteY1"/>
              </a:cxn>
              <a:cxn ang="0">
                <a:pos x="connsiteX2" y="connsiteY2"/>
              </a:cxn>
              <a:cxn ang="0">
                <a:pos x="connsiteX3" y="connsiteY3"/>
              </a:cxn>
            </a:cxnLst>
            <a:rect l="l" t="t" r="r" b="b"/>
            <a:pathLst>
              <a:path w="878774" h="1757548">
                <a:moveTo>
                  <a:pt x="878774" y="0"/>
                </a:moveTo>
                <a:lnTo>
                  <a:pt x="878774" y="1757548"/>
                </a:lnTo>
                <a:cubicBezTo>
                  <a:pt x="393441" y="1757548"/>
                  <a:pt x="0" y="1364107"/>
                  <a:pt x="0" y="878774"/>
                </a:cubicBezTo>
                <a:cubicBezTo>
                  <a:pt x="0" y="393441"/>
                  <a:pt x="393441" y="0"/>
                  <a:pt x="878774"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7"/>
          <p:cNvSpPr>
            <a:spLocks noGrp="1"/>
          </p:cNvSpPr>
          <p:nvPr>
            <p:ph sz="quarter" idx="14"/>
          </p:nvPr>
        </p:nvSpPr>
        <p:spPr>
          <a:xfrm>
            <a:off x="4327608" y="2687796"/>
            <a:ext cx="3533038" cy="2479963"/>
          </a:xfrm>
        </p:spPr>
        <p:txBody>
          <a:bodyPr>
            <a:noAutofit/>
          </a:bodyPr>
          <a:lstStyle>
            <a:lvl1pPr marL="231775" indent="-231775">
              <a:buSzPct val="100000"/>
              <a:buFont typeface="Arial" panose="020B0604020202020204" pitchFamily="34" charset="0"/>
              <a:buChar char="•"/>
              <a:defRPr sz="24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Pie 1">
            <a:extLst>
              <a:ext uri="{FF2B5EF4-FFF2-40B4-BE49-F238E27FC236}">
                <a16:creationId xmlns:a16="http://schemas.microsoft.com/office/drawing/2014/main" id="{9C0CCD42-D9FD-F546-83FF-3942079F02AE}"/>
              </a:ext>
            </a:extLst>
          </p:cNvPr>
          <p:cNvSpPr>
            <a:spLocks noChangeAspect="1"/>
          </p:cNvSpPr>
          <p:nvPr/>
        </p:nvSpPr>
        <p:spPr>
          <a:xfrm rot="5400000">
            <a:off x="9793016" y="2075296"/>
            <a:ext cx="246301" cy="492602"/>
          </a:xfrm>
          <a:custGeom>
            <a:avLst/>
            <a:gdLst>
              <a:gd name="connsiteX0" fmla="*/ 1757548 w 1757548"/>
              <a:gd name="connsiteY0" fmla="*/ 878774 h 1757548"/>
              <a:gd name="connsiteX1" fmla="*/ 878774 w 1757548"/>
              <a:gd name="connsiteY1" fmla="*/ 1757548 h 1757548"/>
              <a:gd name="connsiteX2" fmla="*/ 0 w 1757548"/>
              <a:gd name="connsiteY2" fmla="*/ 878774 h 1757548"/>
              <a:gd name="connsiteX3" fmla="*/ 878774 w 1757548"/>
              <a:gd name="connsiteY3" fmla="*/ 0 h 1757548"/>
              <a:gd name="connsiteX4" fmla="*/ 878774 w 1757548"/>
              <a:gd name="connsiteY4" fmla="*/ 878774 h 1757548"/>
              <a:gd name="connsiteX5" fmla="*/ 1757548 w 1757548"/>
              <a:gd name="connsiteY5" fmla="*/ 878774 h 1757548"/>
              <a:gd name="connsiteX0" fmla="*/ 878774 w 878774"/>
              <a:gd name="connsiteY0" fmla="*/ 878774 h 1757548"/>
              <a:gd name="connsiteX1" fmla="*/ 878774 w 878774"/>
              <a:gd name="connsiteY1" fmla="*/ 1757548 h 1757548"/>
              <a:gd name="connsiteX2" fmla="*/ 0 w 878774"/>
              <a:gd name="connsiteY2" fmla="*/ 878774 h 1757548"/>
              <a:gd name="connsiteX3" fmla="*/ 878774 w 878774"/>
              <a:gd name="connsiteY3" fmla="*/ 0 h 1757548"/>
              <a:gd name="connsiteX4" fmla="*/ 878774 w 878774"/>
              <a:gd name="connsiteY4" fmla="*/ 878774 h 1757548"/>
              <a:gd name="connsiteX0" fmla="*/ 878774 w 878774"/>
              <a:gd name="connsiteY0" fmla="*/ 0 h 1757548"/>
              <a:gd name="connsiteX1" fmla="*/ 878774 w 878774"/>
              <a:gd name="connsiteY1" fmla="*/ 1757548 h 1757548"/>
              <a:gd name="connsiteX2" fmla="*/ 0 w 878774"/>
              <a:gd name="connsiteY2" fmla="*/ 878774 h 1757548"/>
              <a:gd name="connsiteX3" fmla="*/ 878774 w 878774"/>
              <a:gd name="connsiteY3" fmla="*/ 0 h 1757548"/>
            </a:gdLst>
            <a:ahLst/>
            <a:cxnLst>
              <a:cxn ang="0">
                <a:pos x="connsiteX0" y="connsiteY0"/>
              </a:cxn>
              <a:cxn ang="0">
                <a:pos x="connsiteX1" y="connsiteY1"/>
              </a:cxn>
              <a:cxn ang="0">
                <a:pos x="connsiteX2" y="connsiteY2"/>
              </a:cxn>
              <a:cxn ang="0">
                <a:pos x="connsiteX3" y="connsiteY3"/>
              </a:cxn>
            </a:cxnLst>
            <a:rect l="l" t="t" r="r" b="b"/>
            <a:pathLst>
              <a:path w="878774" h="1757548">
                <a:moveTo>
                  <a:pt x="878774" y="0"/>
                </a:moveTo>
                <a:lnTo>
                  <a:pt x="878774" y="1757548"/>
                </a:lnTo>
                <a:cubicBezTo>
                  <a:pt x="393441" y="1757548"/>
                  <a:pt x="0" y="1364107"/>
                  <a:pt x="0" y="878774"/>
                </a:cubicBezTo>
                <a:cubicBezTo>
                  <a:pt x="0" y="393441"/>
                  <a:pt x="393441" y="0"/>
                  <a:pt x="878774" y="0"/>
                </a:cubicBezTo>
                <a:close/>
              </a:path>
            </a:pathLst>
          </a:cu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ontent Placeholder 7">
            <a:extLst>
              <a:ext uri="{FF2B5EF4-FFF2-40B4-BE49-F238E27FC236}">
                <a16:creationId xmlns:a16="http://schemas.microsoft.com/office/drawing/2014/main" id="{F5166AF5-ED84-E440-81B1-8C407DB0D96C}"/>
              </a:ext>
            </a:extLst>
          </p:cNvPr>
          <p:cNvSpPr>
            <a:spLocks noGrp="1"/>
          </p:cNvSpPr>
          <p:nvPr>
            <p:ph sz="quarter" idx="17"/>
          </p:nvPr>
        </p:nvSpPr>
        <p:spPr>
          <a:xfrm>
            <a:off x="8151383" y="2687796"/>
            <a:ext cx="3533038" cy="2479963"/>
          </a:xfrm>
        </p:spPr>
        <p:txBody>
          <a:bodyPr>
            <a:noAutofit/>
          </a:bodyPr>
          <a:lstStyle>
            <a:lvl1pPr marL="231775" indent="-231775">
              <a:buSzPct val="100000"/>
              <a:buFont typeface="Arial" panose="020B0604020202020204" pitchFamily="34" charset="0"/>
              <a:buChar char="•"/>
              <a:defRPr sz="24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5E3B9A11-6BD7-6A43-A927-CC9215B222BD}"/>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a:xfrm>
            <a:off x="8981185" y="6216212"/>
            <a:ext cx="2707895" cy="246221"/>
          </a:xfrm>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196192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ontent B">
    <p:spTree>
      <p:nvGrpSpPr>
        <p:cNvPr id="1" name=""/>
        <p:cNvGrpSpPr/>
        <p:nvPr/>
      </p:nvGrpSpPr>
      <p:grpSpPr>
        <a:xfrm>
          <a:off x="0" y="0"/>
          <a:ext cx="0" cy="0"/>
          <a:chOff x="0" y="0"/>
          <a:chExt cx="0" cy="0"/>
        </a:xfrm>
      </p:grpSpPr>
      <p:sp>
        <p:nvSpPr>
          <p:cNvPr id="5" name="Title 16"/>
          <p:cNvSpPr>
            <a:spLocks noGrp="1"/>
          </p:cNvSpPr>
          <p:nvPr>
            <p:ph type="title"/>
          </p:nvPr>
        </p:nvSpPr>
        <p:spPr>
          <a:xfrm>
            <a:off x="499176" y="672352"/>
            <a:ext cx="5140361" cy="5069541"/>
          </a:xfrm>
        </p:spPr>
        <p:txBody>
          <a:bodyPr anchor="ctr" anchorCtr="0">
            <a:noAutofit/>
          </a:bodyPr>
          <a:lstStyle>
            <a:lvl1pPr>
              <a:defRPr sz="6600" b="0"/>
            </a:lvl1pPr>
          </a:lstStyle>
          <a:p>
            <a:r>
              <a:rPr lang="en-US"/>
              <a:t>Click to edit Master title style</a:t>
            </a:r>
          </a:p>
        </p:txBody>
      </p:sp>
      <p:sp>
        <p:nvSpPr>
          <p:cNvPr id="9" name="Content Placeholder 7"/>
          <p:cNvSpPr>
            <a:spLocks noGrp="1"/>
          </p:cNvSpPr>
          <p:nvPr>
            <p:ph sz="quarter" idx="15"/>
          </p:nvPr>
        </p:nvSpPr>
        <p:spPr>
          <a:xfrm>
            <a:off x="6548718" y="874058"/>
            <a:ext cx="5140361" cy="921237"/>
          </a:xfrm>
        </p:spPr>
        <p:txBody>
          <a:bodyPr>
            <a:noAutofit/>
          </a:bodyPr>
          <a:lstStyle>
            <a:lvl1pPr marL="0" indent="0" algn="ctr">
              <a:buSzPct val="100000"/>
              <a:buFont typeface="Arial" panose="020B0604020202020204" pitchFamily="34" charset="0"/>
              <a:buNone/>
              <a:defRPr lang="en-US" sz="2800" kern="1200" dirty="0">
                <a:solidFill>
                  <a:schemeClr val="bg2">
                    <a:lumMod val="25000"/>
                  </a:schemeClr>
                </a:solidFill>
                <a:latin typeface="+mn-lt"/>
                <a:ea typeface="+mn-ea"/>
                <a:cs typeface="+mn-cs"/>
              </a:defRPr>
            </a:lvl1pPr>
            <a:lvl2pPr marL="354013" indent="0">
              <a:buNone/>
              <a:defRPr/>
            </a:lvl2pPr>
          </a:lstStyle>
          <a:p>
            <a:pPr lvl="0"/>
            <a:r>
              <a:rPr lang="en-US"/>
              <a:t>Click to edit Master text styles</a:t>
            </a:r>
          </a:p>
        </p:txBody>
      </p:sp>
      <p:sp>
        <p:nvSpPr>
          <p:cNvPr id="19" name="Pie 1">
            <a:extLst>
              <a:ext uri="{FF2B5EF4-FFF2-40B4-BE49-F238E27FC236}">
                <a16:creationId xmlns:a16="http://schemas.microsoft.com/office/drawing/2014/main" id="{B869545A-2E10-864E-A839-F7A1602B4B3C}"/>
              </a:ext>
            </a:extLst>
          </p:cNvPr>
          <p:cNvSpPr>
            <a:spLocks noChangeAspect="1"/>
          </p:cNvSpPr>
          <p:nvPr/>
        </p:nvSpPr>
        <p:spPr>
          <a:xfrm rot="5400000">
            <a:off x="8995512" y="2024639"/>
            <a:ext cx="246301" cy="492602"/>
          </a:xfrm>
          <a:custGeom>
            <a:avLst/>
            <a:gdLst>
              <a:gd name="connsiteX0" fmla="*/ 1757548 w 1757548"/>
              <a:gd name="connsiteY0" fmla="*/ 878774 h 1757548"/>
              <a:gd name="connsiteX1" fmla="*/ 878774 w 1757548"/>
              <a:gd name="connsiteY1" fmla="*/ 1757548 h 1757548"/>
              <a:gd name="connsiteX2" fmla="*/ 0 w 1757548"/>
              <a:gd name="connsiteY2" fmla="*/ 878774 h 1757548"/>
              <a:gd name="connsiteX3" fmla="*/ 878774 w 1757548"/>
              <a:gd name="connsiteY3" fmla="*/ 0 h 1757548"/>
              <a:gd name="connsiteX4" fmla="*/ 878774 w 1757548"/>
              <a:gd name="connsiteY4" fmla="*/ 878774 h 1757548"/>
              <a:gd name="connsiteX5" fmla="*/ 1757548 w 1757548"/>
              <a:gd name="connsiteY5" fmla="*/ 878774 h 1757548"/>
              <a:gd name="connsiteX0" fmla="*/ 878774 w 878774"/>
              <a:gd name="connsiteY0" fmla="*/ 878774 h 1757548"/>
              <a:gd name="connsiteX1" fmla="*/ 878774 w 878774"/>
              <a:gd name="connsiteY1" fmla="*/ 1757548 h 1757548"/>
              <a:gd name="connsiteX2" fmla="*/ 0 w 878774"/>
              <a:gd name="connsiteY2" fmla="*/ 878774 h 1757548"/>
              <a:gd name="connsiteX3" fmla="*/ 878774 w 878774"/>
              <a:gd name="connsiteY3" fmla="*/ 0 h 1757548"/>
              <a:gd name="connsiteX4" fmla="*/ 878774 w 878774"/>
              <a:gd name="connsiteY4" fmla="*/ 878774 h 1757548"/>
              <a:gd name="connsiteX0" fmla="*/ 878774 w 878774"/>
              <a:gd name="connsiteY0" fmla="*/ 0 h 1757548"/>
              <a:gd name="connsiteX1" fmla="*/ 878774 w 878774"/>
              <a:gd name="connsiteY1" fmla="*/ 1757548 h 1757548"/>
              <a:gd name="connsiteX2" fmla="*/ 0 w 878774"/>
              <a:gd name="connsiteY2" fmla="*/ 878774 h 1757548"/>
              <a:gd name="connsiteX3" fmla="*/ 878774 w 878774"/>
              <a:gd name="connsiteY3" fmla="*/ 0 h 1757548"/>
            </a:gdLst>
            <a:ahLst/>
            <a:cxnLst>
              <a:cxn ang="0">
                <a:pos x="connsiteX0" y="connsiteY0"/>
              </a:cxn>
              <a:cxn ang="0">
                <a:pos x="connsiteX1" y="connsiteY1"/>
              </a:cxn>
              <a:cxn ang="0">
                <a:pos x="connsiteX2" y="connsiteY2"/>
              </a:cxn>
              <a:cxn ang="0">
                <a:pos x="connsiteX3" y="connsiteY3"/>
              </a:cxn>
            </a:cxnLst>
            <a:rect l="l" t="t" r="r" b="b"/>
            <a:pathLst>
              <a:path w="878774" h="1757548">
                <a:moveTo>
                  <a:pt x="878774" y="0"/>
                </a:moveTo>
                <a:lnTo>
                  <a:pt x="878774" y="1757548"/>
                </a:lnTo>
                <a:cubicBezTo>
                  <a:pt x="393441" y="1757548"/>
                  <a:pt x="0" y="1364107"/>
                  <a:pt x="0" y="878774"/>
                </a:cubicBezTo>
                <a:cubicBezTo>
                  <a:pt x="0" y="393441"/>
                  <a:pt x="393441" y="0"/>
                  <a:pt x="87877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Content Placeholder 7">
            <a:extLst>
              <a:ext uri="{FF2B5EF4-FFF2-40B4-BE49-F238E27FC236}">
                <a16:creationId xmlns:a16="http://schemas.microsoft.com/office/drawing/2014/main" id="{310D9D45-DB1E-5F47-B682-BD44B72CED71}"/>
              </a:ext>
            </a:extLst>
          </p:cNvPr>
          <p:cNvSpPr>
            <a:spLocks noGrp="1"/>
          </p:cNvSpPr>
          <p:nvPr>
            <p:ph sz="quarter" idx="16"/>
          </p:nvPr>
        </p:nvSpPr>
        <p:spPr>
          <a:xfrm>
            <a:off x="6548718" y="2746505"/>
            <a:ext cx="5140361" cy="921237"/>
          </a:xfrm>
        </p:spPr>
        <p:txBody>
          <a:bodyPr>
            <a:noAutofit/>
          </a:bodyPr>
          <a:lstStyle>
            <a:lvl1pPr marL="0" indent="0" algn="ctr">
              <a:buSzPct val="100000"/>
              <a:buFont typeface="Arial" panose="020B0604020202020204" pitchFamily="34" charset="0"/>
              <a:buNone/>
              <a:defRPr lang="en-US" sz="2800" kern="1200" dirty="0">
                <a:solidFill>
                  <a:schemeClr val="bg2">
                    <a:lumMod val="25000"/>
                  </a:schemeClr>
                </a:solidFill>
                <a:latin typeface="+mn-lt"/>
                <a:ea typeface="+mn-ea"/>
                <a:cs typeface="+mn-cs"/>
              </a:defRPr>
            </a:lvl1pPr>
            <a:lvl2pPr marL="354013" indent="0">
              <a:buNone/>
              <a:defRPr/>
            </a:lvl2pPr>
          </a:lstStyle>
          <a:p>
            <a:pPr lvl="0"/>
            <a:r>
              <a:rPr lang="en-US"/>
              <a:t>Click to edit Master text styles</a:t>
            </a:r>
          </a:p>
        </p:txBody>
      </p:sp>
      <p:sp>
        <p:nvSpPr>
          <p:cNvPr id="20" name="Pie 1">
            <a:extLst>
              <a:ext uri="{FF2B5EF4-FFF2-40B4-BE49-F238E27FC236}">
                <a16:creationId xmlns:a16="http://schemas.microsoft.com/office/drawing/2014/main" id="{55F94361-B64F-864E-A31C-C75FAA6C3AC5}"/>
              </a:ext>
            </a:extLst>
          </p:cNvPr>
          <p:cNvSpPr>
            <a:spLocks noChangeAspect="1"/>
          </p:cNvSpPr>
          <p:nvPr/>
        </p:nvSpPr>
        <p:spPr>
          <a:xfrm rot="5400000">
            <a:off x="8995512" y="3899935"/>
            <a:ext cx="246301" cy="492602"/>
          </a:xfrm>
          <a:custGeom>
            <a:avLst/>
            <a:gdLst>
              <a:gd name="connsiteX0" fmla="*/ 1757548 w 1757548"/>
              <a:gd name="connsiteY0" fmla="*/ 878774 h 1757548"/>
              <a:gd name="connsiteX1" fmla="*/ 878774 w 1757548"/>
              <a:gd name="connsiteY1" fmla="*/ 1757548 h 1757548"/>
              <a:gd name="connsiteX2" fmla="*/ 0 w 1757548"/>
              <a:gd name="connsiteY2" fmla="*/ 878774 h 1757548"/>
              <a:gd name="connsiteX3" fmla="*/ 878774 w 1757548"/>
              <a:gd name="connsiteY3" fmla="*/ 0 h 1757548"/>
              <a:gd name="connsiteX4" fmla="*/ 878774 w 1757548"/>
              <a:gd name="connsiteY4" fmla="*/ 878774 h 1757548"/>
              <a:gd name="connsiteX5" fmla="*/ 1757548 w 1757548"/>
              <a:gd name="connsiteY5" fmla="*/ 878774 h 1757548"/>
              <a:gd name="connsiteX0" fmla="*/ 878774 w 878774"/>
              <a:gd name="connsiteY0" fmla="*/ 878774 h 1757548"/>
              <a:gd name="connsiteX1" fmla="*/ 878774 w 878774"/>
              <a:gd name="connsiteY1" fmla="*/ 1757548 h 1757548"/>
              <a:gd name="connsiteX2" fmla="*/ 0 w 878774"/>
              <a:gd name="connsiteY2" fmla="*/ 878774 h 1757548"/>
              <a:gd name="connsiteX3" fmla="*/ 878774 w 878774"/>
              <a:gd name="connsiteY3" fmla="*/ 0 h 1757548"/>
              <a:gd name="connsiteX4" fmla="*/ 878774 w 878774"/>
              <a:gd name="connsiteY4" fmla="*/ 878774 h 1757548"/>
              <a:gd name="connsiteX0" fmla="*/ 878774 w 878774"/>
              <a:gd name="connsiteY0" fmla="*/ 0 h 1757548"/>
              <a:gd name="connsiteX1" fmla="*/ 878774 w 878774"/>
              <a:gd name="connsiteY1" fmla="*/ 1757548 h 1757548"/>
              <a:gd name="connsiteX2" fmla="*/ 0 w 878774"/>
              <a:gd name="connsiteY2" fmla="*/ 878774 h 1757548"/>
              <a:gd name="connsiteX3" fmla="*/ 878774 w 878774"/>
              <a:gd name="connsiteY3" fmla="*/ 0 h 1757548"/>
            </a:gdLst>
            <a:ahLst/>
            <a:cxnLst>
              <a:cxn ang="0">
                <a:pos x="connsiteX0" y="connsiteY0"/>
              </a:cxn>
              <a:cxn ang="0">
                <a:pos x="connsiteX1" y="connsiteY1"/>
              </a:cxn>
              <a:cxn ang="0">
                <a:pos x="connsiteX2" y="connsiteY2"/>
              </a:cxn>
              <a:cxn ang="0">
                <a:pos x="connsiteX3" y="connsiteY3"/>
              </a:cxn>
            </a:cxnLst>
            <a:rect l="l" t="t" r="r" b="b"/>
            <a:pathLst>
              <a:path w="878774" h="1757548">
                <a:moveTo>
                  <a:pt x="878774" y="0"/>
                </a:moveTo>
                <a:lnTo>
                  <a:pt x="878774" y="1757548"/>
                </a:lnTo>
                <a:cubicBezTo>
                  <a:pt x="393441" y="1757548"/>
                  <a:pt x="0" y="1364107"/>
                  <a:pt x="0" y="878774"/>
                </a:cubicBezTo>
                <a:cubicBezTo>
                  <a:pt x="0" y="393441"/>
                  <a:pt x="393441" y="0"/>
                  <a:pt x="878774"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Content Placeholder 7">
            <a:extLst>
              <a:ext uri="{FF2B5EF4-FFF2-40B4-BE49-F238E27FC236}">
                <a16:creationId xmlns:a16="http://schemas.microsoft.com/office/drawing/2014/main" id="{B288EF53-20A5-0A41-BCB9-189B84EA7A68}"/>
              </a:ext>
            </a:extLst>
          </p:cNvPr>
          <p:cNvSpPr>
            <a:spLocks noGrp="1"/>
          </p:cNvSpPr>
          <p:nvPr>
            <p:ph sz="quarter" idx="17"/>
          </p:nvPr>
        </p:nvSpPr>
        <p:spPr>
          <a:xfrm>
            <a:off x="6548718" y="4618951"/>
            <a:ext cx="5140361" cy="921237"/>
          </a:xfrm>
        </p:spPr>
        <p:txBody>
          <a:bodyPr>
            <a:noAutofit/>
          </a:bodyPr>
          <a:lstStyle>
            <a:lvl1pPr marL="0" indent="0" algn="ctr">
              <a:buSzPct val="100000"/>
              <a:buFont typeface="Arial" panose="020B0604020202020204" pitchFamily="34" charset="0"/>
              <a:buNone/>
              <a:defRPr lang="en-US" sz="2800" kern="1200" dirty="0">
                <a:solidFill>
                  <a:schemeClr val="bg2">
                    <a:lumMod val="25000"/>
                  </a:schemeClr>
                </a:solidFill>
                <a:latin typeface="+mn-lt"/>
                <a:ea typeface="+mn-ea"/>
                <a:cs typeface="+mn-cs"/>
              </a:defRPr>
            </a:lvl1pPr>
            <a:lvl2pPr marL="354013" indent="0">
              <a:buNone/>
              <a:defRPr/>
            </a:lvl2pPr>
          </a:lstStyle>
          <a:p>
            <a:pPr lvl="0"/>
            <a:r>
              <a:rPr lang="en-US"/>
              <a:t>Click to edit Master text styles</a:t>
            </a:r>
          </a:p>
        </p:txBody>
      </p:sp>
      <p:sp>
        <p:nvSpPr>
          <p:cNvPr id="10" name="TextBox 9">
            <a:extLst>
              <a:ext uri="{FF2B5EF4-FFF2-40B4-BE49-F238E27FC236}">
                <a16:creationId xmlns:a16="http://schemas.microsoft.com/office/drawing/2014/main" id="{4BECF239-E4F2-9749-B37B-4F5238D7D3C4}"/>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a:xfrm>
            <a:off x="8981185" y="6216212"/>
            <a:ext cx="2707895" cy="246221"/>
          </a:xfrm>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3851891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4_Content B">
    <p:spTree>
      <p:nvGrpSpPr>
        <p:cNvPr id="1" name=""/>
        <p:cNvGrpSpPr/>
        <p:nvPr/>
      </p:nvGrpSpPr>
      <p:grpSpPr>
        <a:xfrm>
          <a:off x="0" y="0"/>
          <a:ext cx="0" cy="0"/>
          <a:chOff x="0" y="0"/>
          <a:chExt cx="0" cy="0"/>
        </a:xfrm>
      </p:grpSpPr>
      <p:pic>
        <p:nvPicPr>
          <p:cNvPr id="10" name="Picture 9" descr="A picture containing skiing, snow, slope&#10;&#10;Description automatically generated">
            <a:extLst>
              <a:ext uri="{FF2B5EF4-FFF2-40B4-BE49-F238E27FC236}">
                <a16:creationId xmlns:a16="http://schemas.microsoft.com/office/drawing/2014/main" id="{9A45F4D4-EBA2-B641-925E-931932B3A000}"/>
              </a:ext>
            </a:extLst>
          </p:cNvPr>
          <p:cNvPicPr>
            <a:picLocks noChangeAspect="1"/>
          </p:cNvPicPr>
          <p:nvPr/>
        </p:nvPicPr>
        <p:blipFill>
          <a:blip r:embed="rId2"/>
          <a:stretch>
            <a:fillRect/>
          </a:stretch>
        </p:blipFill>
        <p:spPr>
          <a:xfrm>
            <a:off x="0" y="0"/>
            <a:ext cx="12192000" cy="6858000"/>
          </a:xfrm>
          <a:prstGeom prst="rect">
            <a:avLst/>
          </a:prstGeom>
        </p:spPr>
      </p:pic>
      <p:sp>
        <p:nvSpPr>
          <p:cNvPr id="5" name="Title 16"/>
          <p:cNvSpPr>
            <a:spLocks noGrp="1"/>
          </p:cNvSpPr>
          <p:nvPr>
            <p:ph type="title"/>
          </p:nvPr>
        </p:nvSpPr>
        <p:spPr>
          <a:xfrm>
            <a:off x="499176" y="672352"/>
            <a:ext cx="5140361" cy="5069541"/>
          </a:xfrm>
        </p:spPr>
        <p:txBody>
          <a:bodyPr anchor="ctr" anchorCtr="0">
            <a:noAutofit/>
          </a:bodyPr>
          <a:lstStyle>
            <a:lvl1pPr>
              <a:defRPr sz="6600" b="0">
                <a:solidFill>
                  <a:schemeClr val="accent1"/>
                </a:solidFill>
              </a:defRPr>
            </a:lvl1pPr>
          </a:lstStyle>
          <a:p>
            <a:r>
              <a:rPr lang="en-US"/>
              <a:t>Click to edit Master title style</a:t>
            </a:r>
          </a:p>
        </p:txBody>
      </p:sp>
      <p:sp>
        <p:nvSpPr>
          <p:cNvPr id="9" name="Content Placeholder 7"/>
          <p:cNvSpPr>
            <a:spLocks noGrp="1"/>
          </p:cNvSpPr>
          <p:nvPr>
            <p:ph sz="quarter" idx="15"/>
          </p:nvPr>
        </p:nvSpPr>
        <p:spPr>
          <a:xfrm>
            <a:off x="6548718" y="874058"/>
            <a:ext cx="5140361" cy="921237"/>
          </a:xfrm>
        </p:spPr>
        <p:txBody>
          <a:bodyPr>
            <a:noAutofit/>
          </a:bodyPr>
          <a:lstStyle>
            <a:lvl1pPr marL="0" indent="0" algn="ctr">
              <a:buSzPct val="100000"/>
              <a:buFont typeface="Arial" panose="020B0604020202020204" pitchFamily="34" charset="0"/>
              <a:buNone/>
              <a:defRPr lang="en-US" sz="2800" kern="1200" dirty="0">
                <a:solidFill>
                  <a:schemeClr val="bg1"/>
                </a:solidFill>
                <a:latin typeface="+mn-lt"/>
                <a:ea typeface="+mn-ea"/>
                <a:cs typeface="+mn-cs"/>
              </a:defRPr>
            </a:lvl1pPr>
            <a:lvl2pPr marL="354013" indent="0">
              <a:buNone/>
              <a:defRPr/>
            </a:lvl2pPr>
          </a:lstStyle>
          <a:p>
            <a:pPr lvl="0"/>
            <a:r>
              <a:rPr lang="en-US"/>
              <a:t>Click to edit Master text styles</a:t>
            </a:r>
          </a:p>
        </p:txBody>
      </p:sp>
      <p:sp>
        <p:nvSpPr>
          <p:cNvPr id="11" name="Pie 1">
            <a:extLst>
              <a:ext uri="{FF2B5EF4-FFF2-40B4-BE49-F238E27FC236}">
                <a16:creationId xmlns:a16="http://schemas.microsoft.com/office/drawing/2014/main" id="{F46DD077-E11E-434B-A116-CBF41AA7A5D7}"/>
              </a:ext>
            </a:extLst>
          </p:cNvPr>
          <p:cNvSpPr>
            <a:spLocks noChangeAspect="1"/>
          </p:cNvSpPr>
          <p:nvPr/>
        </p:nvSpPr>
        <p:spPr>
          <a:xfrm rot="5400000">
            <a:off x="8995512" y="2024639"/>
            <a:ext cx="246301" cy="492602"/>
          </a:xfrm>
          <a:custGeom>
            <a:avLst/>
            <a:gdLst>
              <a:gd name="connsiteX0" fmla="*/ 1757548 w 1757548"/>
              <a:gd name="connsiteY0" fmla="*/ 878774 h 1757548"/>
              <a:gd name="connsiteX1" fmla="*/ 878774 w 1757548"/>
              <a:gd name="connsiteY1" fmla="*/ 1757548 h 1757548"/>
              <a:gd name="connsiteX2" fmla="*/ 0 w 1757548"/>
              <a:gd name="connsiteY2" fmla="*/ 878774 h 1757548"/>
              <a:gd name="connsiteX3" fmla="*/ 878774 w 1757548"/>
              <a:gd name="connsiteY3" fmla="*/ 0 h 1757548"/>
              <a:gd name="connsiteX4" fmla="*/ 878774 w 1757548"/>
              <a:gd name="connsiteY4" fmla="*/ 878774 h 1757548"/>
              <a:gd name="connsiteX5" fmla="*/ 1757548 w 1757548"/>
              <a:gd name="connsiteY5" fmla="*/ 878774 h 1757548"/>
              <a:gd name="connsiteX0" fmla="*/ 878774 w 878774"/>
              <a:gd name="connsiteY0" fmla="*/ 878774 h 1757548"/>
              <a:gd name="connsiteX1" fmla="*/ 878774 w 878774"/>
              <a:gd name="connsiteY1" fmla="*/ 1757548 h 1757548"/>
              <a:gd name="connsiteX2" fmla="*/ 0 w 878774"/>
              <a:gd name="connsiteY2" fmla="*/ 878774 h 1757548"/>
              <a:gd name="connsiteX3" fmla="*/ 878774 w 878774"/>
              <a:gd name="connsiteY3" fmla="*/ 0 h 1757548"/>
              <a:gd name="connsiteX4" fmla="*/ 878774 w 878774"/>
              <a:gd name="connsiteY4" fmla="*/ 878774 h 1757548"/>
              <a:gd name="connsiteX0" fmla="*/ 878774 w 878774"/>
              <a:gd name="connsiteY0" fmla="*/ 0 h 1757548"/>
              <a:gd name="connsiteX1" fmla="*/ 878774 w 878774"/>
              <a:gd name="connsiteY1" fmla="*/ 1757548 h 1757548"/>
              <a:gd name="connsiteX2" fmla="*/ 0 w 878774"/>
              <a:gd name="connsiteY2" fmla="*/ 878774 h 1757548"/>
              <a:gd name="connsiteX3" fmla="*/ 878774 w 878774"/>
              <a:gd name="connsiteY3" fmla="*/ 0 h 1757548"/>
            </a:gdLst>
            <a:ahLst/>
            <a:cxnLst>
              <a:cxn ang="0">
                <a:pos x="connsiteX0" y="connsiteY0"/>
              </a:cxn>
              <a:cxn ang="0">
                <a:pos x="connsiteX1" y="connsiteY1"/>
              </a:cxn>
              <a:cxn ang="0">
                <a:pos x="connsiteX2" y="connsiteY2"/>
              </a:cxn>
              <a:cxn ang="0">
                <a:pos x="connsiteX3" y="connsiteY3"/>
              </a:cxn>
            </a:cxnLst>
            <a:rect l="l" t="t" r="r" b="b"/>
            <a:pathLst>
              <a:path w="878774" h="1757548">
                <a:moveTo>
                  <a:pt x="878774" y="0"/>
                </a:moveTo>
                <a:lnTo>
                  <a:pt x="878774" y="1757548"/>
                </a:lnTo>
                <a:cubicBezTo>
                  <a:pt x="393441" y="1757548"/>
                  <a:pt x="0" y="1364107"/>
                  <a:pt x="0" y="878774"/>
                </a:cubicBezTo>
                <a:cubicBezTo>
                  <a:pt x="0" y="393441"/>
                  <a:pt x="393441" y="0"/>
                  <a:pt x="878774"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Content Placeholder 7">
            <a:extLst>
              <a:ext uri="{FF2B5EF4-FFF2-40B4-BE49-F238E27FC236}">
                <a16:creationId xmlns:a16="http://schemas.microsoft.com/office/drawing/2014/main" id="{310D9D45-DB1E-5F47-B682-BD44B72CED71}"/>
              </a:ext>
            </a:extLst>
          </p:cNvPr>
          <p:cNvSpPr>
            <a:spLocks noGrp="1"/>
          </p:cNvSpPr>
          <p:nvPr>
            <p:ph sz="quarter" idx="16"/>
          </p:nvPr>
        </p:nvSpPr>
        <p:spPr>
          <a:xfrm>
            <a:off x="6548718" y="2746505"/>
            <a:ext cx="5140361" cy="921237"/>
          </a:xfrm>
        </p:spPr>
        <p:txBody>
          <a:bodyPr>
            <a:noAutofit/>
          </a:bodyPr>
          <a:lstStyle>
            <a:lvl1pPr marL="0" indent="0" algn="ctr">
              <a:buSzPct val="100000"/>
              <a:buFont typeface="Arial" panose="020B0604020202020204" pitchFamily="34" charset="0"/>
              <a:buNone/>
              <a:defRPr lang="en-US" sz="2800" kern="1200" dirty="0">
                <a:solidFill>
                  <a:schemeClr val="bg1"/>
                </a:solidFill>
                <a:latin typeface="+mn-lt"/>
                <a:ea typeface="+mn-ea"/>
                <a:cs typeface="+mn-cs"/>
              </a:defRPr>
            </a:lvl1pPr>
            <a:lvl2pPr marL="354013" indent="0">
              <a:buNone/>
              <a:defRPr/>
            </a:lvl2pPr>
          </a:lstStyle>
          <a:p>
            <a:pPr lvl="0"/>
            <a:r>
              <a:rPr lang="en-US"/>
              <a:t>Click to edit Master text styles</a:t>
            </a:r>
          </a:p>
        </p:txBody>
      </p:sp>
      <p:sp>
        <p:nvSpPr>
          <p:cNvPr id="12" name="Pie 1">
            <a:extLst>
              <a:ext uri="{FF2B5EF4-FFF2-40B4-BE49-F238E27FC236}">
                <a16:creationId xmlns:a16="http://schemas.microsoft.com/office/drawing/2014/main" id="{1BE27E8B-21F0-9F46-8A12-EF85620865A3}"/>
              </a:ext>
            </a:extLst>
          </p:cNvPr>
          <p:cNvSpPr>
            <a:spLocks noChangeAspect="1"/>
          </p:cNvSpPr>
          <p:nvPr/>
        </p:nvSpPr>
        <p:spPr>
          <a:xfrm rot="5400000">
            <a:off x="8995512" y="3899935"/>
            <a:ext cx="246301" cy="492602"/>
          </a:xfrm>
          <a:custGeom>
            <a:avLst/>
            <a:gdLst>
              <a:gd name="connsiteX0" fmla="*/ 1757548 w 1757548"/>
              <a:gd name="connsiteY0" fmla="*/ 878774 h 1757548"/>
              <a:gd name="connsiteX1" fmla="*/ 878774 w 1757548"/>
              <a:gd name="connsiteY1" fmla="*/ 1757548 h 1757548"/>
              <a:gd name="connsiteX2" fmla="*/ 0 w 1757548"/>
              <a:gd name="connsiteY2" fmla="*/ 878774 h 1757548"/>
              <a:gd name="connsiteX3" fmla="*/ 878774 w 1757548"/>
              <a:gd name="connsiteY3" fmla="*/ 0 h 1757548"/>
              <a:gd name="connsiteX4" fmla="*/ 878774 w 1757548"/>
              <a:gd name="connsiteY4" fmla="*/ 878774 h 1757548"/>
              <a:gd name="connsiteX5" fmla="*/ 1757548 w 1757548"/>
              <a:gd name="connsiteY5" fmla="*/ 878774 h 1757548"/>
              <a:gd name="connsiteX0" fmla="*/ 878774 w 878774"/>
              <a:gd name="connsiteY0" fmla="*/ 878774 h 1757548"/>
              <a:gd name="connsiteX1" fmla="*/ 878774 w 878774"/>
              <a:gd name="connsiteY1" fmla="*/ 1757548 h 1757548"/>
              <a:gd name="connsiteX2" fmla="*/ 0 w 878774"/>
              <a:gd name="connsiteY2" fmla="*/ 878774 h 1757548"/>
              <a:gd name="connsiteX3" fmla="*/ 878774 w 878774"/>
              <a:gd name="connsiteY3" fmla="*/ 0 h 1757548"/>
              <a:gd name="connsiteX4" fmla="*/ 878774 w 878774"/>
              <a:gd name="connsiteY4" fmla="*/ 878774 h 1757548"/>
              <a:gd name="connsiteX0" fmla="*/ 878774 w 878774"/>
              <a:gd name="connsiteY0" fmla="*/ 0 h 1757548"/>
              <a:gd name="connsiteX1" fmla="*/ 878774 w 878774"/>
              <a:gd name="connsiteY1" fmla="*/ 1757548 h 1757548"/>
              <a:gd name="connsiteX2" fmla="*/ 0 w 878774"/>
              <a:gd name="connsiteY2" fmla="*/ 878774 h 1757548"/>
              <a:gd name="connsiteX3" fmla="*/ 878774 w 878774"/>
              <a:gd name="connsiteY3" fmla="*/ 0 h 1757548"/>
            </a:gdLst>
            <a:ahLst/>
            <a:cxnLst>
              <a:cxn ang="0">
                <a:pos x="connsiteX0" y="connsiteY0"/>
              </a:cxn>
              <a:cxn ang="0">
                <a:pos x="connsiteX1" y="connsiteY1"/>
              </a:cxn>
              <a:cxn ang="0">
                <a:pos x="connsiteX2" y="connsiteY2"/>
              </a:cxn>
              <a:cxn ang="0">
                <a:pos x="connsiteX3" y="connsiteY3"/>
              </a:cxn>
            </a:cxnLst>
            <a:rect l="l" t="t" r="r" b="b"/>
            <a:pathLst>
              <a:path w="878774" h="1757548">
                <a:moveTo>
                  <a:pt x="878774" y="0"/>
                </a:moveTo>
                <a:lnTo>
                  <a:pt x="878774" y="1757548"/>
                </a:lnTo>
                <a:cubicBezTo>
                  <a:pt x="393441" y="1757548"/>
                  <a:pt x="0" y="1364107"/>
                  <a:pt x="0" y="878774"/>
                </a:cubicBezTo>
                <a:cubicBezTo>
                  <a:pt x="0" y="393441"/>
                  <a:pt x="393441" y="0"/>
                  <a:pt x="87877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Content Placeholder 7">
            <a:extLst>
              <a:ext uri="{FF2B5EF4-FFF2-40B4-BE49-F238E27FC236}">
                <a16:creationId xmlns:a16="http://schemas.microsoft.com/office/drawing/2014/main" id="{B288EF53-20A5-0A41-BCB9-189B84EA7A68}"/>
              </a:ext>
            </a:extLst>
          </p:cNvPr>
          <p:cNvSpPr>
            <a:spLocks noGrp="1"/>
          </p:cNvSpPr>
          <p:nvPr>
            <p:ph sz="quarter" idx="17"/>
          </p:nvPr>
        </p:nvSpPr>
        <p:spPr>
          <a:xfrm>
            <a:off x="6548718" y="4618951"/>
            <a:ext cx="5140361" cy="921237"/>
          </a:xfrm>
        </p:spPr>
        <p:txBody>
          <a:bodyPr>
            <a:noAutofit/>
          </a:bodyPr>
          <a:lstStyle>
            <a:lvl1pPr marL="0" indent="0" algn="ctr">
              <a:buSzPct val="100000"/>
              <a:buFont typeface="Arial" panose="020B0604020202020204" pitchFamily="34" charset="0"/>
              <a:buNone/>
              <a:defRPr lang="en-US" sz="2800" kern="1200" dirty="0">
                <a:solidFill>
                  <a:schemeClr val="bg1"/>
                </a:solidFill>
                <a:latin typeface="+mn-lt"/>
                <a:ea typeface="+mn-ea"/>
                <a:cs typeface="+mn-cs"/>
              </a:defRPr>
            </a:lvl1pPr>
            <a:lvl2pPr marL="354013" indent="0">
              <a:buNone/>
              <a:defRPr/>
            </a:lvl2pPr>
          </a:lstStyle>
          <a:p>
            <a:pPr lvl="0"/>
            <a:r>
              <a:rPr lang="en-US"/>
              <a:t>Click to edit Master text styles</a:t>
            </a:r>
          </a:p>
        </p:txBody>
      </p:sp>
      <p:sp>
        <p:nvSpPr>
          <p:cNvPr id="3" name="Slide Number Placeholder 2"/>
          <p:cNvSpPr>
            <a:spLocks noGrp="1"/>
          </p:cNvSpPr>
          <p:nvPr>
            <p:ph type="sldNum" sz="quarter" idx="10"/>
          </p:nvPr>
        </p:nvSpPr>
        <p:spPr>
          <a:xfrm>
            <a:off x="8981185" y="6216212"/>
            <a:ext cx="2707895" cy="246221"/>
          </a:xfrm>
        </p:spPr>
        <p:txBody>
          <a:bodyPr>
            <a:noAutofit/>
          </a:bodyPr>
          <a:lstStyle>
            <a:lvl1pPr>
              <a:defRPr lang="en-US" sz="1200" b="0" kern="1200" smtClean="0">
                <a:solidFill>
                  <a:schemeClr val="bg2">
                    <a:lumMod val="75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35405028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C">
    <p:spTree>
      <p:nvGrpSpPr>
        <p:cNvPr id="1" name=""/>
        <p:cNvGrpSpPr/>
        <p:nvPr/>
      </p:nvGrpSpPr>
      <p:grpSpPr>
        <a:xfrm>
          <a:off x="0" y="0"/>
          <a:ext cx="0" cy="0"/>
          <a:chOff x="0" y="0"/>
          <a:chExt cx="0" cy="0"/>
        </a:xfrm>
      </p:grpSpPr>
      <p:sp>
        <p:nvSpPr>
          <p:cNvPr id="44" name="Title 16"/>
          <p:cNvSpPr>
            <a:spLocks noGrp="1"/>
          </p:cNvSpPr>
          <p:nvPr>
            <p:ph type="title"/>
          </p:nvPr>
        </p:nvSpPr>
        <p:spPr>
          <a:xfrm>
            <a:off x="499176" y="969815"/>
            <a:ext cx="5090946" cy="1134403"/>
          </a:xfrm>
        </p:spPr>
        <p:txBody>
          <a:bodyPr>
            <a:noAutofit/>
          </a:bodyPr>
          <a:lstStyle>
            <a:lvl1pPr>
              <a:defRPr b="0"/>
            </a:lvl1pPr>
          </a:lstStyle>
          <a:p>
            <a:r>
              <a:rPr lang="en-US"/>
              <a:t>Click to edit Master title style</a:t>
            </a:r>
          </a:p>
        </p:txBody>
      </p:sp>
      <p:sp>
        <p:nvSpPr>
          <p:cNvPr id="4" name="Picture Placeholder 3">
            <a:extLst>
              <a:ext uri="{FF2B5EF4-FFF2-40B4-BE49-F238E27FC236}">
                <a16:creationId xmlns:a16="http://schemas.microsoft.com/office/drawing/2014/main" id="{10356464-113D-D342-826A-338514AC33C2}"/>
              </a:ext>
            </a:extLst>
          </p:cNvPr>
          <p:cNvSpPr>
            <a:spLocks noGrp="1"/>
          </p:cNvSpPr>
          <p:nvPr>
            <p:ph type="pic" sz="quarter" idx="17"/>
          </p:nvPr>
        </p:nvSpPr>
        <p:spPr>
          <a:xfrm>
            <a:off x="6165275" y="651165"/>
            <a:ext cx="5394960" cy="5278582"/>
          </a:xfrm>
          <a:ln w="76200">
            <a:solidFill>
              <a:schemeClr val="accent3"/>
            </a:solidFill>
            <a:miter lim="800000"/>
          </a:ln>
        </p:spPr>
        <p:txBody>
          <a:bodyPr>
            <a:noAutofit/>
          </a:bodyPr>
          <a:lstStyle/>
          <a:p>
            <a:r>
              <a:rPr lang="en-US"/>
              <a:t>Click icon to add picture</a:t>
            </a:r>
          </a:p>
        </p:txBody>
      </p:sp>
      <p:sp>
        <p:nvSpPr>
          <p:cNvPr id="11" name="Text Placeholder 5">
            <a:extLst>
              <a:ext uri="{FF2B5EF4-FFF2-40B4-BE49-F238E27FC236}">
                <a16:creationId xmlns:a16="http://schemas.microsoft.com/office/drawing/2014/main" id="{6ACFB233-9B6C-F641-BC39-CD1AFE255B6D}"/>
              </a:ext>
            </a:extLst>
          </p:cNvPr>
          <p:cNvSpPr>
            <a:spLocks noGrp="1"/>
          </p:cNvSpPr>
          <p:nvPr>
            <p:ph type="body" sz="quarter" idx="16" hasCustomPrompt="1"/>
          </p:nvPr>
        </p:nvSpPr>
        <p:spPr>
          <a:xfrm>
            <a:off x="514480" y="635637"/>
            <a:ext cx="5090946" cy="219876"/>
          </a:xfrm>
        </p:spPr>
        <p:txBody>
          <a:bodyPr>
            <a:noAutofit/>
          </a:bodyPr>
          <a:lstStyle>
            <a:lvl1pPr marL="0" indent="0">
              <a:buNone/>
              <a:defRPr sz="1900" b="1" cap="all" spc="170" baseline="0">
                <a:solidFill>
                  <a:schemeClr val="accent1"/>
                </a:solidFill>
              </a:defRPr>
            </a:lvl1pPr>
          </a:lstStyle>
          <a:p>
            <a:pPr lvl="0"/>
            <a:r>
              <a:rPr lang="en-US"/>
              <a:t>Subtitle</a:t>
            </a:r>
          </a:p>
        </p:txBody>
      </p:sp>
      <p:sp>
        <p:nvSpPr>
          <p:cNvPr id="10" name="Text Placeholder 9"/>
          <p:cNvSpPr>
            <a:spLocks noGrp="1"/>
          </p:cNvSpPr>
          <p:nvPr>
            <p:ph type="body" sz="quarter" idx="11"/>
          </p:nvPr>
        </p:nvSpPr>
        <p:spPr>
          <a:xfrm>
            <a:off x="502920" y="2476500"/>
            <a:ext cx="5090946" cy="3265394"/>
          </a:xfrm>
        </p:spPr>
        <p:txBody>
          <a:bodyPr>
            <a:noAutofit/>
          </a:bodyPr>
          <a:lstStyle>
            <a:lvl1pPr marL="231775" indent="-231775">
              <a:buSzPct val="100000"/>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4BA4F504-74F0-AC43-B262-9410F7CA2463}"/>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138703461"/>
      </p:ext>
    </p:extLst>
  </p:cSld>
  <p:clrMapOvr>
    <a:masterClrMapping/>
  </p:clrMapOvr>
  <p:extLst>
    <p:ext uri="{DCECCB84-F9BA-43D5-87BE-67443E8EF086}">
      <p15:sldGuideLst xmlns:p15="http://schemas.microsoft.com/office/powerpoint/2012/main">
        <p15:guide id="1" orient="horz" pos="15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3_Content C">
    <p:spTree>
      <p:nvGrpSpPr>
        <p:cNvPr id="1" name=""/>
        <p:cNvGrpSpPr/>
        <p:nvPr/>
      </p:nvGrpSpPr>
      <p:grpSpPr>
        <a:xfrm>
          <a:off x="0" y="0"/>
          <a:ext cx="0" cy="0"/>
          <a:chOff x="0" y="0"/>
          <a:chExt cx="0" cy="0"/>
        </a:xfrm>
      </p:grpSpPr>
      <p:sp>
        <p:nvSpPr>
          <p:cNvPr id="44" name="Title 16"/>
          <p:cNvSpPr>
            <a:spLocks noGrp="1"/>
          </p:cNvSpPr>
          <p:nvPr>
            <p:ph type="title"/>
          </p:nvPr>
        </p:nvSpPr>
        <p:spPr>
          <a:xfrm>
            <a:off x="499176" y="969815"/>
            <a:ext cx="5090946" cy="1134403"/>
          </a:xfrm>
        </p:spPr>
        <p:txBody>
          <a:bodyPr>
            <a:noAutofit/>
          </a:bodyPr>
          <a:lstStyle>
            <a:lvl1pPr>
              <a:defRPr b="0"/>
            </a:lvl1pPr>
          </a:lstStyle>
          <a:p>
            <a:r>
              <a:rPr lang="en-US"/>
              <a:t>Click to edit Master title style</a:t>
            </a:r>
          </a:p>
        </p:txBody>
      </p:sp>
      <p:sp>
        <p:nvSpPr>
          <p:cNvPr id="2" name="Rectangle 1">
            <a:extLst>
              <a:ext uri="{FF2B5EF4-FFF2-40B4-BE49-F238E27FC236}">
                <a16:creationId xmlns:a16="http://schemas.microsoft.com/office/drawing/2014/main" id="{388E3D45-0ED1-E744-BF9C-F4C13B0DA21C}"/>
              </a:ext>
            </a:extLst>
          </p:cNvPr>
          <p:cNvSpPr/>
          <p:nvPr/>
        </p:nvSpPr>
        <p:spPr>
          <a:xfrm>
            <a:off x="6293608" y="766261"/>
            <a:ext cx="5383282" cy="51062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a:extLst>
              <a:ext uri="{FF2B5EF4-FFF2-40B4-BE49-F238E27FC236}">
                <a16:creationId xmlns:a16="http://schemas.microsoft.com/office/drawing/2014/main" id="{10356464-113D-D342-826A-338514AC33C2}"/>
              </a:ext>
            </a:extLst>
          </p:cNvPr>
          <p:cNvSpPr>
            <a:spLocks noGrp="1"/>
          </p:cNvSpPr>
          <p:nvPr>
            <p:ph type="pic" sz="quarter" idx="17"/>
          </p:nvPr>
        </p:nvSpPr>
        <p:spPr>
          <a:xfrm>
            <a:off x="6139548" y="635637"/>
            <a:ext cx="5383282" cy="5106258"/>
          </a:xfrm>
        </p:spPr>
        <p:txBody>
          <a:bodyPr>
            <a:noAutofit/>
          </a:bodyPr>
          <a:lstStyle/>
          <a:p>
            <a:r>
              <a:rPr lang="en-US"/>
              <a:t>Click icon to add picture</a:t>
            </a:r>
          </a:p>
        </p:txBody>
      </p:sp>
      <p:sp>
        <p:nvSpPr>
          <p:cNvPr id="11" name="Text Placeholder 5">
            <a:extLst>
              <a:ext uri="{FF2B5EF4-FFF2-40B4-BE49-F238E27FC236}">
                <a16:creationId xmlns:a16="http://schemas.microsoft.com/office/drawing/2014/main" id="{6ACFB233-9B6C-F641-BC39-CD1AFE255B6D}"/>
              </a:ext>
            </a:extLst>
          </p:cNvPr>
          <p:cNvSpPr>
            <a:spLocks noGrp="1"/>
          </p:cNvSpPr>
          <p:nvPr>
            <p:ph type="body" sz="quarter" idx="16" hasCustomPrompt="1"/>
          </p:nvPr>
        </p:nvSpPr>
        <p:spPr>
          <a:xfrm>
            <a:off x="514480" y="635637"/>
            <a:ext cx="5090946" cy="219876"/>
          </a:xfrm>
        </p:spPr>
        <p:txBody>
          <a:bodyPr>
            <a:noAutofit/>
          </a:bodyPr>
          <a:lstStyle>
            <a:lvl1pPr marL="0" indent="0">
              <a:buNone/>
              <a:defRPr sz="1900" b="1" cap="all" spc="170" baseline="0">
                <a:solidFill>
                  <a:schemeClr val="accent1"/>
                </a:solidFill>
              </a:defRPr>
            </a:lvl1pPr>
          </a:lstStyle>
          <a:p>
            <a:pPr lvl="0"/>
            <a:r>
              <a:rPr lang="en-US"/>
              <a:t>Subtitle</a:t>
            </a:r>
          </a:p>
        </p:txBody>
      </p:sp>
      <p:sp>
        <p:nvSpPr>
          <p:cNvPr id="10" name="Text Placeholder 9"/>
          <p:cNvSpPr>
            <a:spLocks noGrp="1"/>
          </p:cNvSpPr>
          <p:nvPr>
            <p:ph type="body" sz="quarter" idx="11"/>
          </p:nvPr>
        </p:nvSpPr>
        <p:spPr>
          <a:xfrm>
            <a:off x="502920" y="2476500"/>
            <a:ext cx="5090946" cy="3265394"/>
          </a:xfrm>
        </p:spPr>
        <p:txBody>
          <a:bodyPr>
            <a:noAutofit/>
          </a:bodyPr>
          <a:lstStyle>
            <a:lvl1pPr marL="231775" indent="-231775">
              <a:buSzPct val="100000"/>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F316D521-02D7-3E43-8814-3C8FC720ECB5}"/>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1501123486"/>
      </p:ext>
    </p:extLst>
  </p:cSld>
  <p:clrMapOvr>
    <a:masterClrMapping/>
  </p:clrMapOvr>
  <p:extLst>
    <p:ext uri="{DCECCB84-F9BA-43D5-87BE-67443E8EF086}">
      <p15:sldGuideLst xmlns:p15="http://schemas.microsoft.com/office/powerpoint/2012/main">
        <p15:guide id="1" orient="horz" pos="15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2_Content C">
    <p:spTree>
      <p:nvGrpSpPr>
        <p:cNvPr id="1" name=""/>
        <p:cNvGrpSpPr/>
        <p:nvPr/>
      </p:nvGrpSpPr>
      <p:grpSpPr>
        <a:xfrm>
          <a:off x="0" y="0"/>
          <a:ext cx="0" cy="0"/>
          <a:chOff x="0" y="0"/>
          <a:chExt cx="0" cy="0"/>
        </a:xfrm>
      </p:grpSpPr>
      <p:sp>
        <p:nvSpPr>
          <p:cNvPr id="44" name="Title 16"/>
          <p:cNvSpPr>
            <a:spLocks noGrp="1"/>
          </p:cNvSpPr>
          <p:nvPr>
            <p:ph type="title"/>
          </p:nvPr>
        </p:nvSpPr>
        <p:spPr>
          <a:xfrm>
            <a:off x="6498187" y="969819"/>
            <a:ext cx="5093550" cy="1134403"/>
          </a:xfrm>
        </p:spPr>
        <p:txBody>
          <a:bodyPr>
            <a:noAutofit/>
          </a:bodyPr>
          <a:lstStyle>
            <a:lvl1pPr>
              <a:defRPr b="0"/>
            </a:lvl1pPr>
          </a:lstStyle>
          <a:p>
            <a:r>
              <a:rPr lang="en-US"/>
              <a:t>Click to edit Master title style</a:t>
            </a:r>
          </a:p>
        </p:txBody>
      </p:sp>
      <p:sp>
        <p:nvSpPr>
          <p:cNvPr id="11" name="Text Placeholder 5">
            <a:extLst>
              <a:ext uri="{FF2B5EF4-FFF2-40B4-BE49-F238E27FC236}">
                <a16:creationId xmlns:a16="http://schemas.microsoft.com/office/drawing/2014/main" id="{6ACFB233-9B6C-F641-BC39-CD1AFE255B6D}"/>
              </a:ext>
            </a:extLst>
          </p:cNvPr>
          <p:cNvSpPr>
            <a:spLocks noGrp="1"/>
          </p:cNvSpPr>
          <p:nvPr>
            <p:ph type="body" sz="quarter" idx="16" hasCustomPrompt="1"/>
          </p:nvPr>
        </p:nvSpPr>
        <p:spPr>
          <a:xfrm>
            <a:off x="6532411" y="621776"/>
            <a:ext cx="5090946" cy="246221"/>
          </a:xfrm>
        </p:spPr>
        <p:txBody>
          <a:bodyPr>
            <a:noAutofit/>
          </a:bodyPr>
          <a:lstStyle>
            <a:lvl1pPr marL="0" indent="0">
              <a:buNone/>
              <a:defRPr sz="1900" b="1" cap="all" spc="170" baseline="0">
                <a:solidFill>
                  <a:schemeClr val="accent1"/>
                </a:solidFill>
              </a:defRPr>
            </a:lvl1pPr>
          </a:lstStyle>
          <a:p>
            <a:pPr lvl="0"/>
            <a:r>
              <a:rPr lang="en-US"/>
              <a:t>Subtitle</a:t>
            </a:r>
          </a:p>
        </p:txBody>
      </p:sp>
      <p:sp>
        <p:nvSpPr>
          <p:cNvPr id="4" name="Picture Placeholder 3">
            <a:extLst>
              <a:ext uri="{FF2B5EF4-FFF2-40B4-BE49-F238E27FC236}">
                <a16:creationId xmlns:a16="http://schemas.microsoft.com/office/drawing/2014/main" id="{10356464-113D-D342-826A-338514AC33C2}"/>
              </a:ext>
            </a:extLst>
          </p:cNvPr>
          <p:cNvSpPr>
            <a:spLocks noGrp="1"/>
          </p:cNvSpPr>
          <p:nvPr>
            <p:ph type="pic" sz="quarter" idx="17"/>
          </p:nvPr>
        </p:nvSpPr>
        <p:spPr>
          <a:xfrm>
            <a:off x="637310" y="651165"/>
            <a:ext cx="5389418" cy="5276088"/>
          </a:xfrm>
          <a:ln w="76200" cmpd="sng">
            <a:solidFill>
              <a:schemeClr val="accent6"/>
            </a:solidFill>
            <a:miter lim="800000"/>
            <a:extLst>
              <a:ext uri="{C807C97D-BFC1-408E-A445-0C87EB9F89A2}">
                <ask:lineSketchStyleProps xmlns:ask="http://schemas.microsoft.com/office/drawing/2018/sketchyshapes">
                  <ask:type>
                    <ask:lineSketchNone/>
                  </ask:type>
                </ask:lineSketchStyleProps>
              </a:ext>
            </a:extLst>
          </a:ln>
        </p:spPr>
        <p:txBody>
          <a:bodyPr>
            <a:noAutofit/>
          </a:bodyPr>
          <a:lstStyle/>
          <a:p>
            <a:r>
              <a:rPr lang="en-US"/>
              <a:t>Click icon to add picture</a:t>
            </a:r>
          </a:p>
        </p:txBody>
      </p:sp>
      <p:sp>
        <p:nvSpPr>
          <p:cNvPr id="10" name="Text Placeholder 9"/>
          <p:cNvSpPr>
            <a:spLocks noGrp="1"/>
          </p:cNvSpPr>
          <p:nvPr>
            <p:ph type="body" sz="quarter" idx="11"/>
          </p:nvPr>
        </p:nvSpPr>
        <p:spPr>
          <a:xfrm>
            <a:off x="6501931" y="2476500"/>
            <a:ext cx="5090946" cy="3265394"/>
          </a:xfrm>
        </p:spPr>
        <p:txBody>
          <a:bodyPr>
            <a:noAutofit/>
          </a:bodyPr>
          <a:lstStyle>
            <a:lvl1pPr marL="231775" indent="-231775">
              <a:buSzPct val="100000"/>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DE750364-9344-A342-BCF9-0F09BD591AD2}"/>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2262910489"/>
      </p:ext>
    </p:extLst>
  </p:cSld>
  <p:clrMapOvr>
    <a:masterClrMapping/>
  </p:clrMapOvr>
  <p:extLst>
    <p:ext uri="{DCECCB84-F9BA-43D5-87BE-67443E8EF086}">
      <p15:sldGuideLst xmlns:p15="http://schemas.microsoft.com/office/powerpoint/2012/main">
        <p15:guide id="1" orient="horz" pos="1560">
          <p15:clr>
            <a:srgbClr val="FBAE40"/>
          </p15:clr>
        </p15:guide>
        <p15:guide id="2" pos="417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4_Content C">
    <p:spTree>
      <p:nvGrpSpPr>
        <p:cNvPr id="1" name=""/>
        <p:cNvGrpSpPr/>
        <p:nvPr/>
      </p:nvGrpSpPr>
      <p:grpSpPr>
        <a:xfrm>
          <a:off x="0" y="0"/>
          <a:ext cx="0" cy="0"/>
          <a:chOff x="0" y="0"/>
          <a:chExt cx="0" cy="0"/>
        </a:xfrm>
      </p:grpSpPr>
      <p:sp>
        <p:nvSpPr>
          <p:cNvPr id="44" name="Title 16"/>
          <p:cNvSpPr>
            <a:spLocks noGrp="1"/>
          </p:cNvSpPr>
          <p:nvPr>
            <p:ph type="title"/>
          </p:nvPr>
        </p:nvSpPr>
        <p:spPr>
          <a:xfrm>
            <a:off x="6498187" y="969819"/>
            <a:ext cx="5093550" cy="1134403"/>
          </a:xfrm>
        </p:spPr>
        <p:txBody>
          <a:bodyPr>
            <a:noAutofit/>
          </a:bodyPr>
          <a:lstStyle>
            <a:lvl1pPr>
              <a:defRPr b="0"/>
            </a:lvl1pPr>
          </a:lstStyle>
          <a:p>
            <a:r>
              <a:rPr lang="en-US"/>
              <a:t>Click to edit Master title style</a:t>
            </a:r>
          </a:p>
        </p:txBody>
      </p:sp>
      <p:sp>
        <p:nvSpPr>
          <p:cNvPr id="7" name="Rectangle 6">
            <a:extLst>
              <a:ext uri="{FF2B5EF4-FFF2-40B4-BE49-F238E27FC236}">
                <a16:creationId xmlns:a16="http://schemas.microsoft.com/office/drawing/2014/main" id="{7E655EA4-C67B-0A47-8483-2069990B49DF}"/>
              </a:ext>
            </a:extLst>
          </p:cNvPr>
          <p:cNvSpPr/>
          <p:nvPr/>
        </p:nvSpPr>
        <p:spPr>
          <a:xfrm>
            <a:off x="468495" y="766261"/>
            <a:ext cx="5383282" cy="510625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3">
            <a:extLst>
              <a:ext uri="{FF2B5EF4-FFF2-40B4-BE49-F238E27FC236}">
                <a16:creationId xmlns:a16="http://schemas.microsoft.com/office/drawing/2014/main" id="{629FC58C-B022-BB41-BD5B-C25E4EC19F6F}"/>
              </a:ext>
            </a:extLst>
          </p:cNvPr>
          <p:cNvSpPr>
            <a:spLocks noGrp="1"/>
          </p:cNvSpPr>
          <p:nvPr>
            <p:ph type="pic" sz="quarter" idx="17"/>
          </p:nvPr>
        </p:nvSpPr>
        <p:spPr>
          <a:xfrm>
            <a:off x="599123" y="635636"/>
            <a:ext cx="5383282" cy="5106258"/>
          </a:xfrm>
        </p:spPr>
        <p:txBody>
          <a:bodyPr>
            <a:noAutofit/>
          </a:bodyPr>
          <a:lstStyle/>
          <a:p>
            <a:r>
              <a:rPr lang="en-US"/>
              <a:t>Click icon to add picture</a:t>
            </a:r>
          </a:p>
        </p:txBody>
      </p:sp>
      <p:sp>
        <p:nvSpPr>
          <p:cNvPr id="11" name="Text Placeholder 5">
            <a:extLst>
              <a:ext uri="{FF2B5EF4-FFF2-40B4-BE49-F238E27FC236}">
                <a16:creationId xmlns:a16="http://schemas.microsoft.com/office/drawing/2014/main" id="{6ACFB233-9B6C-F641-BC39-CD1AFE255B6D}"/>
              </a:ext>
            </a:extLst>
          </p:cNvPr>
          <p:cNvSpPr>
            <a:spLocks noGrp="1"/>
          </p:cNvSpPr>
          <p:nvPr>
            <p:ph type="body" sz="quarter" idx="16" hasCustomPrompt="1"/>
          </p:nvPr>
        </p:nvSpPr>
        <p:spPr>
          <a:xfrm>
            <a:off x="6532411" y="621776"/>
            <a:ext cx="5090946" cy="246221"/>
          </a:xfrm>
        </p:spPr>
        <p:txBody>
          <a:bodyPr>
            <a:noAutofit/>
          </a:bodyPr>
          <a:lstStyle>
            <a:lvl1pPr marL="0" indent="0">
              <a:buNone/>
              <a:defRPr sz="1900" b="1" cap="all" spc="170" baseline="0">
                <a:solidFill>
                  <a:schemeClr val="accent1"/>
                </a:solidFill>
              </a:defRPr>
            </a:lvl1pPr>
          </a:lstStyle>
          <a:p>
            <a:pPr lvl="0"/>
            <a:r>
              <a:rPr lang="en-US"/>
              <a:t>Subtitle</a:t>
            </a:r>
          </a:p>
        </p:txBody>
      </p:sp>
      <p:sp>
        <p:nvSpPr>
          <p:cNvPr id="10" name="Text Placeholder 9"/>
          <p:cNvSpPr>
            <a:spLocks noGrp="1"/>
          </p:cNvSpPr>
          <p:nvPr>
            <p:ph type="body" sz="quarter" idx="11"/>
          </p:nvPr>
        </p:nvSpPr>
        <p:spPr>
          <a:xfrm>
            <a:off x="6501931" y="2476500"/>
            <a:ext cx="5090946" cy="3265394"/>
          </a:xfrm>
        </p:spPr>
        <p:txBody>
          <a:bodyPr>
            <a:noAutofit/>
          </a:bodyPr>
          <a:lstStyle>
            <a:lvl1pPr marL="231775" indent="-231775">
              <a:buSzPct val="100000"/>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C9FB4E59-639B-8A40-8843-F1DD2290404A}"/>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
        <p:nvSpPr>
          <p:cNvPr id="3" name="Slide Number Placeholder 2"/>
          <p:cNvSpPr>
            <a:spLocks noGrp="1"/>
          </p:cNvSpPr>
          <p:nvPr>
            <p:ph type="sldNum" sz="quarter" idx="10"/>
          </p:nvPr>
        </p:nvSpPr>
        <p:spPr/>
        <p:txBody>
          <a:bodyPr>
            <a:noAutofit/>
          </a:bodyPr>
          <a:lstStyle>
            <a:lvl1pPr>
              <a:defRPr lang="en-US" sz="1200" b="0" kern="1200" smtClean="0">
                <a:solidFill>
                  <a:schemeClr val="bg2">
                    <a:lumMod val="50000"/>
                  </a:schemeClr>
                </a:solidFill>
                <a:latin typeface="+mn-lt"/>
                <a:ea typeface="+mn-ea"/>
                <a:cs typeface="+mn-cs"/>
              </a:defRPr>
            </a:lvl1pPr>
          </a:lstStyle>
          <a:p>
            <a:fld id="{6D6E361B-DFCA-824D-BA63-ADCED3B41986}" type="slidenum">
              <a:rPr lang="en-US" smtClean="0"/>
              <a:pPr/>
              <a:t>‹#›</a:t>
            </a:fld>
            <a:endParaRPr lang="en-US"/>
          </a:p>
        </p:txBody>
      </p:sp>
    </p:spTree>
    <p:extLst>
      <p:ext uri="{BB962C8B-B14F-4D97-AF65-F5344CB8AC3E}">
        <p14:creationId xmlns:p14="http://schemas.microsoft.com/office/powerpoint/2010/main" val="506684204"/>
      </p:ext>
    </p:extLst>
  </p:cSld>
  <p:clrMapOvr>
    <a:masterClrMapping/>
  </p:clrMapOvr>
  <p:extLst>
    <p:ext uri="{DCECCB84-F9BA-43D5-87BE-67443E8EF086}">
      <p15:sldGuideLst xmlns:p15="http://schemas.microsoft.com/office/powerpoint/2012/main">
        <p15:guide id="1" orient="horz" pos="1560">
          <p15:clr>
            <a:srgbClr val="FBAE40"/>
          </p15:clr>
        </p15:guide>
        <p15:guide id="2" pos="417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Full Photo">
    <p:spTree>
      <p:nvGrpSpPr>
        <p:cNvPr id="1" name=""/>
        <p:cNvGrpSpPr/>
        <p:nvPr/>
      </p:nvGrpSpPr>
      <p:grpSpPr>
        <a:xfrm>
          <a:off x="0" y="0"/>
          <a:ext cx="0" cy="0"/>
          <a:chOff x="0" y="0"/>
          <a:chExt cx="0" cy="0"/>
        </a:xfrm>
      </p:grpSpPr>
      <p:sp>
        <p:nvSpPr>
          <p:cNvPr id="4" name="Picture Placeholder 5"/>
          <p:cNvSpPr>
            <a:spLocks noGrp="1"/>
          </p:cNvSpPr>
          <p:nvPr>
            <p:ph type="pic" sz="quarter" idx="10"/>
          </p:nvPr>
        </p:nvSpPr>
        <p:spPr>
          <a:xfrm>
            <a:off x="0" y="0"/>
            <a:ext cx="12192000" cy="6858000"/>
          </a:xfrm>
        </p:spPr>
        <p:txBody>
          <a:bodyPr/>
          <a:lstStyle/>
          <a:p>
            <a:r>
              <a:rPr lang="en-US"/>
              <a:t>Click icon to add picture</a:t>
            </a:r>
          </a:p>
        </p:txBody>
      </p:sp>
      <p:sp>
        <p:nvSpPr>
          <p:cNvPr id="3" name="Title 1">
            <a:extLst>
              <a:ext uri="{FF2B5EF4-FFF2-40B4-BE49-F238E27FC236}">
                <a16:creationId xmlns:a16="http://schemas.microsoft.com/office/drawing/2014/main" id="{807A4D02-5B4C-5025-4847-D2DB106BE54F}"/>
              </a:ext>
            </a:extLst>
          </p:cNvPr>
          <p:cNvSpPr txBox="1">
            <a:spLocks/>
          </p:cNvSpPr>
          <p:nvPr/>
        </p:nvSpPr>
        <p:spPr>
          <a:xfrm>
            <a:off x="500841" y="-655422"/>
            <a:ext cx="11190318" cy="499917"/>
          </a:xfrm>
          <a:prstGeom prst="rect">
            <a:avLst/>
          </a:prstGeom>
        </p:spPr>
        <p:txBody>
          <a:bodyPr vert="horz" lIns="91440" tIns="45720" rIns="91440" bIns="45720" rtlCol="0" anchor="b" anchorCtr="0">
            <a:noAutofit/>
          </a:bodyPr>
          <a:lstStyle>
            <a:lvl1pPr marL="400050" indent="-400050" algn="ctr" defTabSz="914400" rtl="0" eaLnBrk="1" fontAlgn="base" latinLnBrk="0" hangingPunct="1">
              <a:lnSpc>
                <a:spcPct val="100000"/>
              </a:lnSpc>
              <a:spcBef>
                <a:spcPct val="0"/>
              </a:spcBef>
              <a:buNone/>
              <a:tabLst/>
              <a:defRPr sz="5400" b="0" i="1" kern="1200" cap="none" spc="0" baseline="0">
                <a:solidFill>
                  <a:schemeClr val="bg1"/>
                </a:solidFill>
                <a:latin typeface="+mn-lt"/>
                <a:ea typeface="+mj-ea"/>
                <a:cs typeface="+mj-cs"/>
              </a:defRPr>
            </a:lvl1pPr>
          </a:lstStyle>
          <a:p>
            <a:r>
              <a:rPr lang="en-US" sz="1400">
                <a:solidFill>
                  <a:schemeClr val="tx1"/>
                </a:solidFill>
              </a:rPr>
              <a:t>Photo slide</a:t>
            </a:r>
          </a:p>
        </p:txBody>
      </p:sp>
    </p:spTree>
    <p:extLst>
      <p:ext uri="{BB962C8B-B14F-4D97-AF65-F5344CB8AC3E}">
        <p14:creationId xmlns:p14="http://schemas.microsoft.com/office/powerpoint/2010/main" val="7889489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End A">
    <p:spTree>
      <p:nvGrpSpPr>
        <p:cNvPr id="1" name=""/>
        <p:cNvGrpSpPr/>
        <p:nvPr/>
      </p:nvGrpSpPr>
      <p:grpSpPr>
        <a:xfrm>
          <a:off x="0" y="0"/>
          <a:ext cx="0" cy="0"/>
          <a:chOff x="0" y="0"/>
          <a:chExt cx="0" cy="0"/>
        </a:xfrm>
      </p:grpSpPr>
      <p:pic>
        <p:nvPicPr>
          <p:cNvPr id="4" name="Picture 3" descr="A picture containing slope, hill, skiing&#10;&#10;Description automatically generated">
            <a:extLst>
              <a:ext uri="{FF2B5EF4-FFF2-40B4-BE49-F238E27FC236}">
                <a16:creationId xmlns:a16="http://schemas.microsoft.com/office/drawing/2014/main" id="{4A9D6BA7-0D63-B840-A6E1-D28DDEE24F76}"/>
              </a:ext>
            </a:extLst>
          </p:cNvPr>
          <p:cNvPicPr>
            <a:picLocks noChangeAspect="1"/>
          </p:cNvPicPr>
          <p:nvPr/>
        </p:nvPicPr>
        <p:blipFill>
          <a:blip r:embed="rId2"/>
          <a:stretch>
            <a:fillRect/>
          </a:stretch>
        </p:blipFill>
        <p:spPr>
          <a:xfrm>
            <a:off x="0" y="0"/>
            <a:ext cx="12192000" cy="6858000"/>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525F0340-37D6-F84C-BDE3-CEBE446BB8D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20980" y="2888392"/>
            <a:ext cx="3950040" cy="1081216"/>
          </a:xfrm>
          <a:prstGeom prst="rect">
            <a:avLst/>
          </a:prstGeom>
        </p:spPr>
      </p:pic>
    </p:spTree>
    <p:extLst>
      <p:ext uri="{BB962C8B-B14F-4D97-AF65-F5344CB8AC3E}">
        <p14:creationId xmlns:p14="http://schemas.microsoft.com/office/powerpoint/2010/main" val="39643013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d B">
    <p:spTree>
      <p:nvGrpSpPr>
        <p:cNvPr id="1" name=""/>
        <p:cNvGrpSpPr/>
        <p:nvPr/>
      </p:nvGrpSpPr>
      <p:grpSpPr>
        <a:xfrm>
          <a:off x="0" y="0"/>
          <a:ext cx="0" cy="0"/>
          <a:chOff x="0" y="0"/>
          <a:chExt cx="0" cy="0"/>
        </a:xfrm>
      </p:grpSpPr>
      <p:pic>
        <p:nvPicPr>
          <p:cNvPr id="5" name="Picture 4" descr="A picture containing skiing, snow, slope&#10;&#10;Description automatically generated">
            <a:extLst>
              <a:ext uri="{FF2B5EF4-FFF2-40B4-BE49-F238E27FC236}">
                <a16:creationId xmlns:a16="http://schemas.microsoft.com/office/drawing/2014/main" id="{B9CF417C-6B2A-454C-A770-23F92F233935}"/>
              </a:ext>
            </a:extLst>
          </p:cNvPr>
          <p:cNvPicPr>
            <a:picLocks noChangeAspect="1"/>
          </p:cNvPicPr>
          <p:nvPr/>
        </p:nvPicPr>
        <p:blipFill>
          <a:blip r:embed="rId2"/>
          <a:stretch>
            <a:fillRect/>
          </a:stretch>
        </p:blipFill>
        <p:spPr>
          <a:xfrm>
            <a:off x="0" y="0"/>
            <a:ext cx="12192000" cy="6858000"/>
          </a:xfrm>
          <a:prstGeom prst="rect">
            <a:avLst/>
          </a:prstGeom>
        </p:spPr>
      </p:pic>
      <p:pic>
        <p:nvPicPr>
          <p:cNvPr id="4" name="Picture 3" descr="A picture containing text&#10;&#10;Description automatically generated">
            <a:extLst>
              <a:ext uri="{FF2B5EF4-FFF2-40B4-BE49-F238E27FC236}">
                <a16:creationId xmlns:a16="http://schemas.microsoft.com/office/drawing/2014/main" id="{8A6DE2C8-A71F-074C-A8AB-9061790333B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20980" y="2888392"/>
            <a:ext cx="3950040" cy="1081216"/>
          </a:xfrm>
          <a:prstGeom prst="rect">
            <a:avLst/>
          </a:prstGeom>
        </p:spPr>
      </p:pic>
    </p:spTree>
    <p:extLst>
      <p:ext uri="{BB962C8B-B14F-4D97-AF65-F5344CB8AC3E}">
        <p14:creationId xmlns:p14="http://schemas.microsoft.com/office/powerpoint/2010/main" val="24661286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21" Type="http://schemas.openxmlformats.org/officeDocument/2006/relationships/slideLayout" Target="../slideLayouts/slideLayout27.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Blue rectangle"/>
          <p:cNvSpPr/>
          <p:nvPr/>
        </p:nvSpPr>
        <p:spPr>
          <a:xfrm>
            <a:off x="0" y="-1"/>
            <a:ext cx="12192000" cy="476068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 name="Navy rectangle">
            <a:extLst>
              <a:ext uri="{C183D7F6-B498-43B3-948B-1728B52AA6E4}">
                <adec:decorative xmlns:adec="http://schemas.microsoft.com/office/drawing/2017/decorative" val="1"/>
              </a:ext>
            </a:extLst>
          </p:cNvPr>
          <p:cNvSpPr/>
          <p:nvPr/>
        </p:nvSpPr>
        <p:spPr>
          <a:xfrm>
            <a:off x="0" y="4663925"/>
            <a:ext cx="12192000" cy="50316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 name="Title"/>
          <p:cNvSpPr>
            <a:spLocks noGrp="1"/>
          </p:cNvSpPr>
          <p:nvPr>
            <p:ph type="title"/>
          </p:nvPr>
        </p:nvSpPr>
        <p:spPr>
          <a:xfrm>
            <a:off x="361951" y="169656"/>
            <a:ext cx="10972800" cy="4089077"/>
          </a:xfrm>
          <a:prstGeom prst="rect">
            <a:avLst/>
          </a:prstGeom>
        </p:spPr>
        <p:txBody>
          <a:bodyPr vert="horz" lIns="91440" tIns="45720" rIns="91440" bIns="45720" rtlCol="0" anchor="ctr">
            <a:normAutofit/>
          </a:bodyPr>
          <a:lstStyle/>
          <a:p>
            <a:r>
              <a:rPr lang="en-US"/>
              <a:t>Click to edit Master title style</a:t>
            </a:r>
          </a:p>
        </p:txBody>
      </p:sp>
      <p:sp>
        <p:nvSpPr>
          <p:cNvPr id="5" name="Department Name"/>
          <p:cNvSpPr>
            <a:spLocks noGrp="1"/>
          </p:cNvSpPr>
          <p:nvPr>
            <p:ph type="ftr" sz="quarter" idx="3"/>
          </p:nvPr>
        </p:nvSpPr>
        <p:spPr>
          <a:xfrm>
            <a:off x="361950" y="4646992"/>
            <a:ext cx="5818716" cy="503161"/>
          </a:xfrm>
          <a:prstGeom prst="rect">
            <a:avLst/>
          </a:prstGeom>
        </p:spPr>
        <p:txBody>
          <a:bodyPr vert="horz" lIns="91440" tIns="45720" rIns="91440" bIns="45720" rtlCol="0" anchor="ctr"/>
          <a:lstStyle>
            <a:lvl1pPr algn="l">
              <a:defRPr sz="1333">
                <a:solidFill>
                  <a:schemeClr val="bg1"/>
                </a:solidFill>
              </a:defRPr>
            </a:lvl1pPr>
          </a:lstStyle>
          <a:p>
            <a:endParaRPr lang="en-US"/>
          </a:p>
        </p:txBody>
      </p:sp>
      <p:pic>
        <p:nvPicPr>
          <p:cNvPr id="10" name="UNC logo" descr="UNC logo in blue. An icon of the Old Well with a vertical line and the words &quot;The University of North Carolina at Chapel Hill.&quot;"/>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779" y="5619437"/>
            <a:ext cx="2884632" cy="792220"/>
          </a:xfrm>
          <a:prstGeom prst="rect">
            <a:avLst/>
          </a:prstGeom>
        </p:spPr>
      </p:pic>
    </p:spTree>
    <p:extLst>
      <p:ext uri="{BB962C8B-B14F-4D97-AF65-F5344CB8AC3E}">
        <p14:creationId xmlns:p14="http://schemas.microsoft.com/office/powerpoint/2010/main" val="42946945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609585" rtl="0" eaLnBrk="1" latinLnBrk="0" hangingPunct="1">
        <a:spcBef>
          <a:spcPct val="0"/>
        </a:spcBef>
        <a:buNone/>
        <a:defRPr sz="5333" b="1" kern="120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2"/>
          </a:solidFill>
          <a:latin typeface="+mn-lt"/>
          <a:ea typeface="+mn-ea"/>
          <a:cs typeface="+mn-cs"/>
        </a:defRPr>
      </a:lvl1pPr>
      <a:lvl2pPr marL="990575" indent="-380990" algn="l" defTabSz="609585" rtl="0" eaLnBrk="1" latinLnBrk="0" hangingPunct="1">
        <a:spcBef>
          <a:spcPct val="20000"/>
        </a:spcBef>
        <a:buFont typeface="Arial"/>
        <a:buChar char="–"/>
        <a:defRPr sz="2933" kern="1200">
          <a:solidFill>
            <a:schemeClr val="tx2"/>
          </a:solidFill>
          <a:latin typeface="+mn-lt"/>
          <a:ea typeface="+mn-ea"/>
          <a:cs typeface="+mn-cs"/>
        </a:defRPr>
      </a:lvl2pPr>
      <a:lvl3pPr marL="1523962" indent="-304792" algn="l" defTabSz="609585" rtl="0" eaLnBrk="1" latinLnBrk="0" hangingPunct="1">
        <a:spcBef>
          <a:spcPct val="20000"/>
        </a:spcBef>
        <a:buFont typeface="Arial"/>
        <a:buChar char="•"/>
        <a:defRPr sz="2667" kern="1200">
          <a:solidFill>
            <a:schemeClr val="tx2"/>
          </a:solidFill>
          <a:latin typeface="+mn-lt"/>
          <a:ea typeface="+mn-ea"/>
          <a:cs typeface="+mn-cs"/>
        </a:defRPr>
      </a:lvl3pPr>
      <a:lvl4pPr marL="2133547" indent="-304792" algn="l" defTabSz="609585" rtl="0" eaLnBrk="1" latinLnBrk="0" hangingPunct="1">
        <a:spcBef>
          <a:spcPct val="20000"/>
        </a:spcBef>
        <a:buFont typeface="Arial"/>
        <a:buChar char="–"/>
        <a:defRPr sz="2400" kern="1200">
          <a:solidFill>
            <a:schemeClr val="tx2"/>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2"/>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Background.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Placeholder 3"/>
          <p:cNvSpPr>
            <a:spLocks noGrp="1"/>
          </p:cNvSpPr>
          <p:nvPr>
            <p:ph type="title"/>
          </p:nvPr>
        </p:nvSpPr>
        <p:spPr>
          <a:xfrm>
            <a:off x="821145" y="558801"/>
            <a:ext cx="6682439" cy="3323772"/>
          </a:xfrm>
          <a:prstGeom prst="rect">
            <a:avLst/>
          </a:prstGeom>
        </p:spPr>
        <p:txBody>
          <a:bodyPr vert="horz" lIns="91440" tIns="45720" rIns="91440" bIns="45720" rtlCol="0" anchor="t" anchorCtr="0">
            <a:normAutofit/>
          </a:bodyPr>
          <a:lstStyle/>
          <a:p>
            <a:r>
              <a:rPr lang="en-US"/>
              <a:t>Click to edit Master title style</a:t>
            </a:r>
          </a:p>
        </p:txBody>
      </p:sp>
      <p:sp>
        <p:nvSpPr>
          <p:cNvPr id="3" name="Text Placeholder 2"/>
          <p:cNvSpPr>
            <a:spLocks noGrp="1"/>
          </p:cNvSpPr>
          <p:nvPr>
            <p:ph type="body" idx="1"/>
          </p:nvPr>
        </p:nvSpPr>
        <p:spPr>
          <a:xfrm>
            <a:off x="783560" y="4077303"/>
            <a:ext cx="5704024" cy="474131"/>
          </a:xfrm>
          <a:prstGeom prst="rect">
            <a:avLst/>
          </a:prstGeom>
        </p:spPr>
        <p:txBody>
          <a:bodyPr vert="horz" lIns="91440" tIns="45720" rIns="91440" bIns="45720" rtlCol="0">
            <a:normAutofit/>
          </a:bodyPr>
          <a:lstStyle/>
          <a:p>
            <a:pPr lvl="0"/>
            <a:r>
              <a:rPr lang="en-US"/>
              <a:t>Click to edit Master text style</a:t>
            </a:r>
          </a:p>
        </p:txBody>
      </p:sp>
      <p:pic>
        <p:nvPicPr>
          <p:cNvPr id="9" name="Picture 8" descr="UNC_logo_white.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1145" y="5287305"/>
            <a:ext cx="2747296" cy="755452"/>
          </a:xfrm>
          <a:prstGeom prst="rect">
            <a:avLst/>
          </a:prstGeom>
        </p:spPr>
      </p:pic>
      <p:sp>
        <p:nvSpPr>
          <p:cNvPr id="11" name="Rectangle 10"/>
          <p:cNvSpPr/>
          <p:nvPr/>
        </p:nvSpPr>
        <p:spPr>
          <a:xfrm>
            <a:off x="372534" y="370418"/>
            <a:ext cx="11446933" cy="6120693"/>
          </a:xfrm>
          <a:prstGeom prst="rect">
            <a:avLst/>
          </a:prstGeom>
          <a:noFill/>
          <a:ln w="25400">
            <a:solidFill>
              <a:schemeClr val="tx1"/>
            </a:solidFill>
          </a:ln>
          <a:effectLst/>
        </p:spPr>
        <p:style>
          <a:lnRef idx="1">
            <a:schemeClr val="accent3"/>
          </a:lnRef>
          <a:fillRef idx="3">
            <a:schemeClr val="accent3"/>
          </a:fillRef>
          <a:effectRef idx="2">
            <a:schemeClr val="accent3"/>
          </a:effectRef>
          <a:fontRef idx="minor">
            <a:schemeClr val="lt1"/>
          </a:fontRef>
        </p:style>
        <p:txBody>
          <a:bodyPr/>
          <a:lstStyle/>
          <a:p>
            <a:endParaRPr lang="en-US" sz="2400">
              <a:solidFill>
                <a:schemeClr val="tx1"/>
              </a:solidFill>
            </a:endParaRPr>
          </a:p>
        </p:txBody>
      </p:sp>
    </p:spTree>
    <p:extLst>
      <p:ext uri="{BB962C8B-B14F-4D97-AF65-F5344CB8AC3E}">
        <p14:creationId xmlns:p14="http://schemas.microsoft.com/office/powerpoint/2010/main" val="249214905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Lst>
  <p:txStyles>
    <p:titleStyle>
      <a:lvl1pPr algn="l" defTabSz="609585" rtl="0" eaLnBrk="1" latinLnBrk="0" hangingPunct="1">
        <a:spcBef>
          <a:spcPct val="0"/>
        </a:spcBef>
        <a:buNone/>
        <a:defRPr sz="5333" kern="1200">
          <a:solidFill>
            <a:schemeClr val="bg1"/>
          </a:solidFill>
          <a:latin typeface="+mj-lt"/>
          <a:ea typeface="+mj-ea"/>
          <a:cs typeface="+mj-cs"/>
        </a:defRPr>
      </a:lvl1pPr>
    </p:titleStyle>
    <p:bodyStyle>
      <a:lvl1pPr marL="0" indent="0" algn="l" defTabSz="609585" rtl="0" eaLnBrk="1" latinLnBrk="0" hangingPunct="1">
        <a:spcBef>
          <a:spcPct val="20000"/>
        </a:spcBef>
        <a:buFont typeface="Arial"/>
        <a:buNone/>
        <a:defRPr sz="2133" kern="1200">
          <a:solidFill>
            <a:schemeClr val="accent1"/>
          </a:solidFill>
          <a:latin typeface="+mn-lt"/>
          <a:ea typeface="+mn-ea"/>
          <a:cs typeface="+mn-cs"/>
        </a:defRPr>
      </a:lvl1pPr>
      <a:lvl2pPr marL="609585" indent="0" algn="l" defTabSz="609585" rtl="0" eaLnBrk="1" latinLnBrk="0" hangingPunct="1">
        <a:spcBef>
          <a:spcPct val="20000"/>
        </a:spcBef>
        <a:buFont typeface="Arial"/>
        <a:buNone/>
        <a:defRPr sz="3733" kern="1200">
          <a:solidFill>
            <a:schemeClr val="tx1"/>
          </a:solidFill>
          <a:latin typeface="+mn-lt"/>
          <a:ea typeface="+mn-ea"/>
          <a:cs typeface="+mn-cs"/>
        </a:defRPr>
      </a:lvl2pPr>
      <a:lvl3pPr marL="1219170" indent="0" algn="l" defTabSz="609585" rtl="0" eaLnBrk="1" latinLnBrk="0" hangingPunct="1">
        <a:spcBef>
          <a:spcPct val="20000"/>
        </a:spcBef>
        <a:buFont typeface="Arial"/>
        <a:buNone/>
        <a:defRPr sz="3200" kern="1200">
          <a:solidFill>
            <a:schemeClr val="tx1"/>
          </a:solidFill>
          <a:latin typeface="+mn-lt"/>
          <a:ea typeface="+mn-ea"/>
          <a:cs typeface="+mn-cs"/>
        </a:defRPr>
      </a:lvl3pPr>
      <a:lvl4pPr marL="1828754" indent="0" algn="l" defTabSz="609585" rtl="0" eaLnBrk="1" latinLnBrk="0" hangingPunct="1">
        <a:spcBef>
          <a:spcPct val="20000"/>
        </a:spcBef>
        <a:buFont typeface="Arial"/>
        <a:buNone/>
        <a:defRPr sz="2667" kern="1200">
          <a:solidFill>
            <a:schemeClr val="tx1"/>
          </a:solidFill>
          <a:latin typeface="+mn-lt"/>
          <a:ea typeface="+mn-ea"/>
          <a:cs typeface="+mn-cs"/>
        </a:defRPr>
      </a:lvl4pPr>
      <a:lvl5pPr marL="2438339" indent="0" algn="l" defTabSz="609585" rtl="0" eaLnBrk="1" latinLnBrk="0" hangingPunct="1">
        <a:spcBef>
          <a:spcPct val="20000"/>
        </a:spcBef>
        <a:buFont typeface="Arial"/>
        <a:buNone/>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920" y="969823"/>
            <a:ext cx="11079480" cy="723899"/>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502920" y="1825625"/>
            <a:ext cx="11186160" cy="378671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981185" y="6216212"/>
            <a:ext cx="2707895" cy="246221"/>
          </a:xfrm>
          <a:prstGeom prst="rect">
            <a:avLst/>
          </a:prstGeom>
        </p:spPr>
        <p:txBody>
          <a:bodyPr vert="horz" lIns="91440" tIns="45720" rIns="91440" bIns="45720" rtlCol="0" anchor="ctr"/>
          <a:lstStyle>
            <a:lvl1pPr algn="r">
              <a:defRPr sz="1200" b="0">
                <a:solidFill>
                  <a:schemeClr val="bg2">
                    <a:lumMod val="50000"/>
                  </a:schemeClr>
                </a:solidFill>
              </a:defRPr>
            </a:lvl1pPr>
          </a:lstStyle>
          <a:p>
            <a:fld id="{6D6E361B-DFCA-824D-BA63-ADCED3B41986}" type="slidenum">
              <a:rPr lang="en-US" smtClean="0"/>
              <a:pPr/>
              <a:t>‹#›</a:t>
            </a:fld>
            <a:endParaRPr lang="en-US"/>
          </a:p>
        </p:txBody>
      </p:sp>
      <p:sp>
        <p:nvSpPr>
          <p:cNvPr id="7" name="TextBox 6">
            <a:extLst>
              <a:ext uri="{FF2B5EF4-FFF2-40B4-BE49-F238E27FC236}">
                <a16:creationId xmlns:a16="http://schemas.microsoft.com/office/drawing/2014/main" id="{AA5E083E-CE1A-DA4B-85FA-B6928D5B93AD}"/>
              </a:ext>
            </a:extLst>
          </p:cNvPr>
          <p:cNvSpPr txBox="1"/>
          <p:nvPr/>
        </p:nvSpPr>
        <p:spPr>
          <a:xfrm>
            <a:off x="531038" y="6226999"/>
            <a:ext cx="7159102" cy="276999"/>
          </a:xfrm>
          <a:prstGeom prst="rect">
            <a:avLst/>
          </a:prstGeom>
          <a:noFill/>
        </p:spPr>
        <p:txBody>
          <a:bodyPr wrap="square" rtlCol="0" anchor="ctr" anchorCtr="0">
            <a:spAutoFit/>
          </a:bodyPr>
          <a:lstStyle/>
          <a:p>
            <a:r>
              <a:rPr lang="en-US" sz="1200" b="0" spc="180" baseline="0">
                <a:solidFill>
                  <a:schemeClr val="bg2">
                    <a:lumMod val="50000"/>
                  </a:schemeClr>
                </a:solidFill>
              </a:rPr>
              <a:t>THE UNIVERSITY OF NORTH CAROLINA AT CHAPEL HILL</a:t>
            </a:r>
            <a:endParaRPr lang="en-US" sz="1200" b="0" i="1" spc="180" baseline="0">
              <a:solidFill>
                <a:schemeClr val="bg2">
                  <a:lumMod val="50000"/>
                </a:schemeClr>
              </a:solidFill>
            </a:endParaRPr>
          </a:p>
        </p:txBody>
      </p:sp>
    </p:spTree>
    <p:extLst>
      <p:ext uri="{BB962C8B-B14F-4D97-AF65-F5344CB8AC3E}">
        <p14:creationId xmlns:p14="http://schemas.microsoft.com/office/powerpoint/2010/main" val="3971163152"/>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Lst>
  <p:txStyles>
    <p:titleStyle>
      <a:lvl1pPr algn="l" defTabSz="914400" rtl="0" eaLnBrk="1" fontAlgn="base" latinLnBrk="0" hangingPunct="1">
        <a:lnSpc>
          <a:spcPct val="100000"/>
        </a:lnSpc>
        <a:spcBef>
          <a:spcPct val="0"/>
        </a:spcBef>
        <a:buNone/>
        <a:defRPr sz="4000" b="0" kern="1200" cap="none" spc="0" baseline="0">
          <a:solidFill>
            <a:schemeClr val="tx1"/>
          </a:solidFill>
          <a:latin typeface="+mn-lt"/>
          <a:ea typeface="+mj-ea"/>
          <a:cs typeface="+mj-cs"/>
        </a:defRPr>
      </a:lvl1pPr>
    </p:titleStyle>
    <p:bodyStyle>
      <a:lvl1pPr marL="231775" indent="-231775" algn="l" defTabSz="914400" rtl="0" eaLnBrk="1" latinLnBrk="0" hangingPunct="1">
        <a:lnSpc>
          <a:spcPct val="90000"/>
        </a:lnSpc>
        <a:spcBef>
          <a:spcPts val="1000"/>
        </a:spcBef>
        <a:buClr>
          <a:schemeClr val="accent1"/>
        </a:buClr>
        <a:buSzPct val="100000"/>
        <a:buFont typeface="Arial" panose="020B0604020202020204" pitchFamily="34" charset="0"/>
        <a:buChar char="•"/>
        <a:tabLst/>
        <a:defRPr sz="2800" kern="1200">
          <a:solidFill>
            <a:schemeClr val="bg2">
              <a:lumMod val="25000"/>
            </a:schemeClr>
          </a:solidFill>
          <a:latin typeface="+mn-lt"/>
          <a:ea typeface="+mn-ea"/>
          <a:cs typeface="+mn-cs"/>
        </a:defRPr>
      </a:lvl1pPr>
      <a:lvl2pPr marL="573088" indent="-219075" algn="l" defTabSz="914400" rtl="0" eaLnBrk="1" latinLnBrk="0" hangingPunct="1">
        <a:lnSpc>
          <a:spcPct val="90000"/>
        </a:lnSpc>
        <a:spcBef>
          <a:spcPts val="500"/>
        </a:spcBef>
        <a:buClr>
          <a:schemeClr val="accent1"/>
        </a:buClr>
        <a:buFont typeface="Arial" panose="020B0604020202020204" pitchFamily="34" charset="0"/>
        <a:buChar char="•"/>
        <a:tabLst/>
        <a:defRPr sz="2400" kern="1200">
          <a:solidFill>
            <a:schemeClr val="bg2">
              <a:lumMod val="25000"/>
            </a:schemeClr>
          </a:solidFill>
          <a:latin typeface="+mn-lt"/>
          <a:ea typeface="+mn-ea"/>
          <a:cs typeface="+mn-cs"/>
        </a:defRPr>
      </a:lvl2pPr>
      <a:lvl3pPr marL="804863" indent="-231775" algn="l" defTabSz="914400" rtl="0" eaLnBrk="1" latinLnBrk="0" hangingPunct="1">
        <a:lnSpc>
          <a:spcPct val="90000"/>
        </a:lnSpc>
        <a:spcBef>
          <a:spcPts val="500"/>
        </a:spcBef>
        <a:buClr>
          <a:schemeClr val="accent1"/>
        </a:buClr>
        <a:buFont typeface="Arial" panose="020B0604020202020204" pitchFamily="34" charset="0"/>
        <a:buChar char="•"/>
        <a:tabLst/>
        <a:defRPr sz="2000" kern="1200">
          <a:solidFill>
            <a:schemeClr val="bg2">
              <a:lumMod val="25000"/>
            </a:schemeClr>
          </a:solidFill>
          <a:latin typeface="+mn-lt"/>
          <a:ea typeface="+mn-ea"/>
          <a:cs typeface="+mn-cs"/>
        </a:defRPr>
      </a:lvl3pPr>
      <a:lvl4pPr marL="1036638" indent="-231775" algn="l" defTabSz="914400" rtl="0" eaLnBrk="1" latinLnBrk="0" hangingPunct="1">
        <a:lnSpc>
          <a:spcPct val="90000"/>
        </a:lnSpc>
        <a:spcBef>
          <a:spcPts val="500"/>
        </a:spcBef>
        <a:buClr>
          <a:schemeClr val="accent1"/>
        </a:buClr>
        <a:buFont typeface="Arial" panose="020B0604020202020204" pitchFamily="34" charset="0"/>
        <a:buChar char="•"/>
        <a:tabLst/>
        <a:defRPr sz="1800" kern="1200">
          <a:solidFill>
            <a:schemeClr val="bg2">
              <a:lumMod val="25000"/>
            </a:schemeClr>
          </a:solidFill>
          <a:latin typeface="+mn-lt"/>
          <a:ea typeface="+mn-ea"/>
          <a:cs typeface="+mn-cs"/>
        </a:defRPr>
      </a:lvl4pPr>
      <a:lvl5pPr marL="1270000" indent="-233363" algn="l" defTabSz="914400" rtl="0" eaLnBrk="1" latinLnBrk="0" hangingPunct="1">
        <a:lnSpc>
          <a:spcPct val="90000"/>
        </a:lnSpc>
        <a:spcBef>
          <a:spcPts val="500"/>
        </a:spcBef>
        <a:buClr>
          <a:schemeClr val="accent1"/>
        </a:buClr>
        <a:buFont typeface="Arial" panose="020B0604020202020204" pitchFamily="34" charset="0"/>
        <a:buChar char="•"/>
        <a:tabLst/>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2">
          <p15:clr>
            <a:srgbClr val="F26B43"/>
          </p15:clr>
        </p15:guide>
        <p15:guide id="2" pos="3840">
          <p15:clr>
            <a:srgbClr val="F26B43"/>
          </p15:clr>
        </p15:guide>
        <p15:guide id="3" orient="horz" pos="384">
          <p15:clr>
            <a:srgbClr val="F26B43"/>
          </p15:clr>
        </p15:guide>
        <p15:guide id="4" orient="horz" pos="2260">
          <p15:clr>
            <a:srgbClr val="F26B43"/>
          </p15:clr>
        </p15:guide>
        <p15:guide id="5" pos="384">
          <p15:clr>
            <a:srgbClr val="F26B43"/>
          </p15:clr>
        </p15:guide>
        <p15:guide id="6" pos="7296">
          <p15:clr>
            <a:srgbClr val="F26B43"/>
          </p15:clr>
        </p15:guide>
        <p15:guide id="7" orient="horz" pos="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33A1A-90AD-FD20-E57E-01393ACBB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A3FE5-C83B-83F6-E225-6FA95B36B347}"/>
              </a:ext>
            </a:extLst>
          </p:cNvPr>
          <p:cNvSpPr>
            <a:spLocks noGrp="1"/>
          </p:cNvSpPr>
          <p:nvPr>
            <p:ph type="title"/>
          </p:nvPr>
        </p:nvSpPr>
        <p:spPr>
          <a:xfrm>
            <a:off x="556261" y="2626417"/>
            <a:ext cx="11079479" cy="1156809"/>
          </a:xfrm>
        </p:spPr>
        <p:txBody>
          <a:bodyPr/>
          <a:lstStyle/>
          <a:p>
            <a:r>
              <a:rPr lang="en-US" sz="5400" dirty="0"/>
              <a:t>2024-25 Generative AI Survey Results </a:t>
            </a:r>
            <a:br>
              <a:rPr lang="en-US" sz="5400" dirty="0"/>
            </a:br>
            <a:r>
              <a:rPr lang="en-US" sz="5400" dirty="0"/>
              <a:t>Executive Summary</a:t>
            </a:r>
            <a:br>
              <a:rPr lang="en-US" dirty="0"/>
            </a:br>
            <a:r>
              <a:rPr lang="en-US" sz="4000" dirty="0"/>
              <a:t>Fall 2025</a:t>
            </a:r>
            <a:br>
              <a:rPr lang="en-US" sz="4000" dirty="0"/>
            </a:br>
            <a:br>
              <a:rPr lang="en-US" sz="2800" dirty="0"/>
            </a:br>
            <a:endParaRPr lang="en-US" dirty="0"/>
          </a:p>
        </p:txBody>
      </p:sp>
      <p:sp>
        <p:nvSpPr>
          <p:cNvPr id="3" name="Text Placeholder 2">
            <a:extLst>
              <a:ext uri="{FF2B5EF4-FFF2-40B4-BE49-F238E27FC236}">
                <a16:creationId xmlns:a16="http://schemas.microsoft.com/office/drawing/2014/main" id="{F1E77F53-7611-FAD7-12A5-9590A79B02A2}"/>
              </a:ext>
            </a:extLst>
          </p:cNvPr>
          <p:cNvSpPr>
            <a:spLocks noGrp="1"/>
          </p:cNvSpPr>
          <p:nvPr>
            <p:ph type="body" sz="quarter" idx="16"/>
          </p:nvPr>
        </p:nvSpPr>
        <p:spPr/>
        <p:txBody>
          <a:bodyPr/>
          <a:lstStyle/>
          <a:p>
            <a:r>
              <a:rPr lang="en-US" sz="2800" dirty="0"/>
              <a:t>Provost’s AI Committee</a:t>
            </a:r>
          </a:p>
        </p:txBody>
      </p:sp>
    </p:spTree>
    <p:extLst>
      <p:ext uri="{BB962C8B-B14F-4D97-AF65-F5344CB8AC3E}">
        <p14:creationId xmlns:p14="http://schemas.microsoft.com/office/powerpoint/2010/main" val="2993108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91445-36D5-16C9-B9AC-0C12BF631878}"/>
              </a:ext>
            </a:extLst>
          </p:cNvPr>
          <p:cNvSpPr>
            <a:spLocks noGrp="1"/>
          </p:cNvSpPr>
          <p:nvPr>
            <p:ph type="title"/>
          </p:nvPr>
        </p:nvSpPr>
        <p:spPr/>
        <p:txBody>
          <a:bodyPr/>
          <a:lstStyle/>
          <a:p>
            <a:r>
              <a:rPr lang="en-US" dirty="0"/>
              <a:t>Executive Summary Outline</a:t>
            </a:r>
          </a:p>
        </p:txBody>
      </p:sp>
      <p:sp>
        <p:nvSpPr>
          <p:cNvPr id="3" name="Text Placeholder 2">
            <a:extLst>
              <a:ext uri="{FF2B5EF4-FFF2-40B4-BE49-F238E27FC236}">
                <a16:creationId xmlns:a16="http://schemas.microsoft.com/office/drawing/2014/main" id="{1317B2BA-6A00-E507-F50F-D88EDA974101}"/>
              </a:ext>
            </a:extLst>
          </p:cNvPr>
          <p:cNvSpPr>
            <a:spLocks noGrp="1"/>
          </p:cNvSpPr>
          <p:nvPr>
            <p:ph type="body" sz="quarter" idx="16"/>
          </p:nvPr>
        </p:nvSpPr>
        <p:spPr/>
        <p:txBody>
          <a:bodyPr/>
          <a:lstStyle/>
          <a:p>
            <a:r>
              <a:rPr lang="en-US" dirty="0"/>
              <a:t>AI survey results</a:t>
            </a:r>
          </a:p>
        </p:txBody>
      </p:sp>
      <p:sp>
        <p:nvSpPr>
          <p:cNvPr id="4" name="Content Placeholder 3">
            <a:extLst>
              <a:ext uri="{FF2B5EF4-FFF2-40B4-BE49-F238E27FC236}">
                <a16:creationId xmlns:a16="http://schemas.microsoft.com/office/drawing/2014/main" id="{F847698E-EA5F-BE6E-C74A-771E4AC668F8}"/>
              </a:ext>
            </a:extLst>
          </p:cNvPr>
          <p:cNvSpPr>
            <a:spLocks noGrp="1"/>
          </p:cNvSpPr>
          <p:nvPr>
            <p:ph sz="quarter" idx="15"/>
          </p:nvPr>
        </p:nvSpPr>
        <p:spPr>
          <a:xfrm>
            <a:off x="642395" y="1845247"/>
            <a:ext cx="11189905" cy="3533182"/>
          </a:xfrm>
        </p:spPr>
        <p:txBody>
          <a:bodyPr/>
          <a:lstStyle/>
          <a:p>
            <a:pPr marL="0" indent="0">
              <a:buNone/>
            </a:pPr>
            <a:r>
              <a:rPr lang="en-US" dirty="0"/>
              <a:t>Background</a:t>
            </a:r>
          </a:p>
          <a:p>
            <a:pPr marL="0" indent="0">
              <a:buNone/>
            </a:pPr>
            <a:r>
              <a:rPr lang="en-US" dirty="0"/>
              <a:t>Key Takeaways</a:t>
            </a:r>
          </a:p>
          <a:p>
            <a:pPr marL="0" indent="0">
              <a:buNone/>
            </a:pPr>
            <a:r>
              <a:rPr lang="en-US" dirty="0"/>
              <a:t>Adoption </a:t>
            </a:r>
          </a:p>
          <a:p>
            <a:pPr marL="0" indent="0">
              <a:buNone/>
            </a:pPr>
            <a:r>
              <a:rPr lang="en-US" dirty="0"/>
              <a:t>AI Benefits</a:t>
            </a:r>
          </a:p>
          <a:p>
            <a:pPr marL="0" indent="0">
              <a:buNone/>
            </a:pPr>
            <a:r>
              <a:rPr lang="en-US" dirty="0"/>
              <a:t>AI Concerns</a:t>
            </a:r>
          </a:p>
          <a:p>
            <a:pPr marL="0" indent="0">
              <a:buNone/>
            </a:pPr>
            <a:r>
              <a:rPr lang="en-US" dirty="0"/>
              <a:t>AI Literacy</a:t>
            </a:r>
          </a:p>
          <a:p>
            <a:pPr marL="0" indent="0">
              <a:buNone/>
            </a:pPr>
            <a:r>
              <a:rPr lang="en-US" dirty="0"/>
              <a:t>Campus Support</a:t>
            </a:r>
          </a:p>
          <a:p>
            <a:pPr marL="0" indent="0">
              <a:buNone/>
            </a:pPr>
            <a:r>
              <a:rPr lang="en-US" dirty="0"/>
              <a:t>University Direction for AI</a:t>
            </a:r>
          </a:p>
        </p:txBody>
      </p:sp>
    </p:spTree>
    <p:extLst>
      <p:ext uri="{BB962C8B-B14F-4D97-AF65-F5344CB8AC3E}">
        <p14:creationId xmlns:p14="http://schemas.microsoft.com/office/powerpoint/2010/main" val="3776284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D4D24-91C1-8E9D-1948-F797B83EC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E3CD3-0DCB-F0AE-06F1-BE13E00687A2}"/>
              </a:ext>
            </a:extLst>
          </p:cNvPr>
          <p:cNvSpPr>
            <a:spLocks noGrp="1"/>
          </p:cNvSpPr>
          <p:nvPr>
            <p:ph type="title"/>
          </p:nvPr>
        </p:nvSpPr>
        <p:spPr/>
        <p:txBody>
          <a:bodyPr/>
          <a:lstStyle/>
          <a:p>
            <a:r>
              <a:rPr lang="en-US" dirty="0"/>
              <a:t>Background</a:t>
            </a:r>
          </a:p>
        </p:txBody>
      </p:sp>
      <p:sp>
        <p:nvSpPr>
          <p:cNvPr id="3" name="Text Placeholder 2">
            <a:extLst>
              <a:ext uri="{FF2B5EF4-FFF2-40B4-BE49-F238E27FC236}">
                <a16:creationId xmlns:a16="http://schemas.microsoft.com/office/drawing/2014/main" id="{DF486710-8361-0A99-7DD3-4A3F197B95B6}"/>
              </a:ext>
            </a:extLst>
          </p:cNvPr>
          <p:cNvSpPr>
            <a:spLocks noGrp="1"/>
          </p:cNvSpPr>
          <p:nvPr>
            <p:ph type="body" sz="quarter" idx="16"/>
          </p:nvPr>
        </p:nvSpPr>
        <p:spPr/>
        <p:txBody>
          <a:bodyPr/>
          <a:lstStyle/>
          <a:p>
            <a:r>
              <a:rPr lang="en-US" dirty="0"/>
              <a:t>AI Survey results Summary</a:t>
            </a:r>
          </a:p>
        </p:txBody>
      </p:sp>
    </p:spTree>
    <p:extLst>
      <p:ext uri="{BB962C8B-B14F-4D97-AF65-F5344CB8AC3E}">
        <p14:creationId xmlns:p14="http://schemas.microsoft.com/office/powerpoint/2010/main" val="1890492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BBE6A-CBBE-1A08-8EA0-2D363EDE1113}"/>
              </a:ext>
            </a:extLst>
          </p:cNvPr>
          <p:cNvSpPr>
            <a:spLocks noGrp="1"/>
          </p:cNvSpPr>
          <p:nvPr>
            <p:ph type="title"/>
          </p:nvPr>
        </p:nvSpPr>
        <p:spPr/>
        <p:txBody>
          <a:bodyPr/>
          <a:lstStyle/>
          <a:p>
            <a:r>
              <a:rPr lang="en-US" dirty="0"/>
              <a:t>Survey Coordination</a:t>
            </a:r>
          </a:p>
        </p:txBody>
      </p:sp>
      <p:sp>
        <p:nvSpPr>
          <p:cNvPr id="3" name="Text Placeholder 2">
            <a:extLst>
              <a:ext uri="{FF2B5EF4-FFF2-40B4-BE49-F238E27FC236}">
                <a16:creationId xmlns:a16="http://schemas.microsoft.com/office/drawing/2014/main" id="{7E0D5008-0508-A751-E0C9-8B9E1EB23D32}"/>
              </a:ext>
            </a:extLst>
          </p:cNvPr>
          <p:cNvSpPr>
            <a:spLocks noGrp="1"/>
          </p:cNvSpPr>
          <p:nvPr>
            <p:ph type="body" sz="quarter" idx="16"/>
          </p:nvPr>
        </p:nvSpPr>
        <p:spPr/>
        <p:txBody>
          <a:bodyPr/>
          <a:lstStyle/>
          <a:p>
            <a:r>
              <a:rPr lang="en-US"/>
              <a:t>AI survey results</a:t>
            </a:r>
            <a:endParaRPr lang="en-US" dirty="0"/>
          </a:p>
        </p:txBody>
      </p:sp>
      <p:sp>
        <p:nvSpPr>
          <p:cNvPr id="4" name="Content Placeholder 3">
            <a:extLst>
              <a:ext uri="{FF2B5EF4-FFF2-40B4-BE49-F238E27FC236}">
                <a16:creationId xmlns:a16="http://schemas.microsoft.com/office/drawing/2014/main" id="{65BE683B-72E5-E1C3-6628-BF3D22185BE1}"/>
              </a:ext>
            </a:extLst>
          </p:cNvPr>
          <p:cNvSpPr>
            <a:spLocks noGrp="1"/>
          </p:cNvSpPr>
          <p:nvPr>
            <p:ph sz="quarter" idx="15"/>
          </p:nvPr>
        </p:nvSpPr>
        <p:spPr>
          <a:xfrm>
            <a:off x="499175" y="2010504"/>
            <a:ext cx="11189905" cy="3533182"/>
          </a:xfrm>
        </p:spPr>
        <p:txBody>
          <a:bodyPr/>
          <a:lstStyle/>
          <a:p>
            <a:r>
              <a:rPr lang="en-US" sz="3000" dirty="0"/>
              <a:t>General coordination of the AI surveys initiative was managed by the Metrics Subcommittee for the Provost’s AI Committee.</a:t>
            </a:r>
          </a:p>
          <a:p>
            <a:endParaRPr lang="en-US" sz="500" dirty="0"/>
          </a:p>
          <a:p>
            <a:r>
              <a:rPr lang="en-US" sz="3000" dirty="0"/>
              <a:t>Additional support was provided by the Office of Institutional Research and Assessment, Employee Forum, and Graduate and Professional Student Government.</a:t>
            </a:r>
          </a:p>
          <a:p>
            <a:pPr marL="0" indent="0">
              <a:buNone/>
            </a:pPr>
            <a:endParaRPr lang="en-US" dirty="0"/>
          </a:p>
        </p:txBody>
      </p:sp>
    </p:spTree>
    <p:extLst>
      <p:ext uri="{BB962C8B-B14F-4D97-AF65-F5344CB8AC3E}">
        <p14:creationId xmlns:p14="http://schemas.microsoft.com/office/powerpoint/2010/main" val="2245049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823A-173E-CCE7-FFBE-F4882BDF044E}"/>
              </a:ext>
            </a:extLst>
          </p:cNvPr>
          <p:cNvSpPr>
            <a:spLocks noGrp="1"/>
          </p:cNvSpPr>
          <p:nvPr>
            <p:ph type="title"/>
          </p:nvPr>
        </p:nvSpPr>
        <p:spPr>
          <a:xfrm>
            <a:off x="499176" y="817423"/>
            <a:ext cx="11189904" cy="723900"/>
          </a:xfrm>
        </p:spPr>
        <p:txBody>
          <a:bodyPr/>
          <a:lstStyle/>
          <a:p>
            <a:r>
              <a:rPr lang="en-US"/>
              <a:t>AI Survey Goals</a:t>
            </a:r>
          </a:p>
        </p:txBody>
      </p:sp>
      <p:sp>
        <p:nvSpPr>
          <p:cNvPr id="3" name="Text Placeholder 2">
            <a:extLst>
              <a:ext uri="{FF2B5EF4-FFF2-40B4-BE49-F238E27FC236}">
                <a16:creationId xmlns:a16="http://schemas.microsoft.com/office/drawing/2014/main" id="{5B4F5324-F02D-9A01-3F22-5F9F680E1F9A}"/>
              </a:ext>
            </a:extLst>
          </p:cNvPr>
          <p:cNvSpPr>
            <a:spLocks noGrp="1"/>
          </p:cNvSpPr>
          <p:nvPr>
            <p:ph type="body" sz="quarter" idx="16"/>
          </p:nvPr>
        </p:nvSpPr>
        <p:spPr>
          <a:xfrm>
            <a:off x="513801" y="445942"/>
            <a:ext cx="11190288" cy="246221"/>
          </a:xfrm>
        </p:spPr>
        <p:txBody>
          <a:bodyPr/>
          <a:lstStyle/>
          <a:p>
            <a:r>
              <a:rPr lang="en-US"/>
              <a:t>AI survey results</a:t>
            </a:r>
            <a:endParaRPr lang="en-US" dirty="0"/>
          </a:p>
        </p:txBody>
      </p:sp>
      <p:sp>
        <p:nvSpPr>
          <p:cNvPr id="4" name="Content Placeholder 3">
            <a:extLst>
              <a:ext uri="{FF2B5EF4-FFF2-40B4-BE49-F238E27FC236}">
                <a16:creationId xmlns:a16="http://schemas.microsoft.com/office/drawing/2014/main" id="{16868D16-040F-B0A5-2B87-F90E6BF0A6A2}"/>
              </a:ext>
            </a:extLst>
          </p:cNvPr>
          <p:cNvSpPr>
            <a:spLocks noGrp="1"/>
          </p:cNvSpPr>
          <p:nvPr>
            <p:ph sz="quarter" idx="15"/>
          </p:nvPr>
        </p:nvSpPr>
        <p:spPr>
          <a:xfrm>
            <a:off x="513801" y="1662409"/>
            <a:ext cx="11189905" cy="4378168"/>
          </a:xfrm>
        </p:spPr>
        <p:txBody>
          <a:bodyPr/>
          <a:lstStyle/>
          <a:p>
            <a:pPr>
              <a:buFont typeface="Wingdings" panose="05000000000000000000" pitchFamily="2" charset="2"/>
              <a:buChar char="§"/>
            </a:pPr>
            <a:r>
              <a:rPr lang="en-US" sz="3000" dirty="0"/>
              <a:t>Establish baseline data for faculty, staff and student adoption and use of AI tools.</a:t>
            </a:r>
          </a:p>
          <a:p>
            <a:pPr>
              <a:buFont typeface="Wingdings" panose="05000000000000000000" pitchFamily="2" charset="2"/>
              <a:buChar char="§"/>
            </a:pPr>
            <a:r>
              <a:rPr lang="en-US" sz="3000" dirty="0"/>
              <a:t>Assess support needs for faculty and students interested in adopting AI to further their academic and professional goals.	</a:t>
            </a:r>
          </a:p>
          <a:p>
            <a:pPr>
              <a:buFont typeface="Wingdings" panose="05000000000000000000" pitchFamily="2" charset="2"/>
              <a:buChar char="§"/>
            </a:pPr>
            <a:r>
              <a:rPr lang="en-US" sz="3000" dirty="0"/>
              <a:t>Sample faculty, staff and student attitudes about AI and several related issues.</a:t>
            </a:r>
          </a:p>
          <a:p>
            <a:pPr>
              <a:buFont typeface="Wingdings" panose="05000000000000000000" pitchFamily="2" charset="2"/>
              <a:buChar char="§"/>
            </a:pPr>
            <a:r>
              <a:rPr lang="en-US" sz="3000" dirty="0"/>
              <a:t>Provide members of the campus community with an opportunity to express their thoughts about AI.</a:t>
            </a:r>
          </a:p>
          <a:p>
            <a:endParaRPr lang="en-US" dirty="0"/>
          </a:p>
        </p:txBody>
      </p:sp>
    </p:spTree>
    <p:extLst>
      <p:ext uri="{BB962C8B-B14F-4D97-AF65-F5344CB8AC3E}">
        <p14:creationId xmlns:p14="http://schemas.microsoft.com/office/powerpoint/2010/main" val="274421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7D78E-7881-A9E6-E03D-6793E4583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D48B0-7819-9FCD-ED1B-7FAE579AB22B}"/>
              </a:ext>
            </a:extLst>
          </p:cNvPr>
          <p:cNvSpPr>
            <a:spLocks noGrp="1"/>
          </p:cNvSpPr>
          <p:nvPr>
            <p:ph type="title"/>
          </p:nvPr>
        </p:nvSpPr>
        <p:spPr/>
        <p:txBody>
          <a:bodyPr/>
          <a:lstStyle/>
          <a:p>
            <a:r>
              <a:rPr lang="en-US"/>
              <a:t>Survey information  </a:t>
            </a:r>
          </a:p>
        </p:txBody>
      </p:sp>
      <p:sp>
        <p:nvSpPr>
          <p:cNvPr id="3" name="Text Placeholder 2">
            <a:extLst>
              <a:ext uri="{FF2B5EF4-FFF2-40B4-BE49-F238E27FC236}">
                <a16:creationId xmlns:a16="http://schemas.microsoft.com/office/drawing/2014/main" id="{C7F08F5F-9CEF-F7A3-E54F-CBDCFD8DD698}"/>
              </a:ext>
            </a:extLst>
          </p:cNvPr>
          <p:cNvSpPr>
            <a:spLocks noGrp="1"/>
          </p:cNvSpPr>
          <p:nvPr>
            <p:ph type="body" sz="quarter" idx="16"/>
          </p:nvPr>
        </p:nvSpPr>
        <p:spPr/>
        <p:txBody>
          <a:bodyPr/>
          <a:lstStyle/>
          <a:p>
            <a:r>
              <a:rPr lang="en-US"/>
              <a:t>AI survey results</a:t>
            </a:r>
            <a:endParaRPr lang="en-US" dirty="0"/>
          </a:p>
        </p:txBody>
      </p:sp>
      <p:graphicFrame>
        <p:nvGraphicFramePr>
          <p:cNvPr id="6" name="Content Placeholder 5">
            <a:extLst>
              <a:ext uri="{FF2B5EF4-FFF2-40B4-BE49-F238E27FC236}">
                <a16:creationId xmlns:a16="http://schemas.microsoft.com/office/drawing/2014/main" id="{3CAF19DE-B9DD-840A-8DF1-99342DD15D3E}"/>
              </a:ext>
            </a:extLst>
          </p:cNvPr>
          <p:cNvGraphicFramePr>
            <a:graphicFrameLocks noGrp="1"/>
          </p:cNvGraphicFramePr>
          <p:nvPr>
            <p:ph sz="quarter" idx="15"/>
            <p:extLst>
              <p:ext uri="{D42A27DB-BD31-4B8C-83A1-F6EECF244321}">
                <p14:modId xmlns:p14="http://schemas.microsoft.com/office/powerpoint/2010/main" val="3334743076"/>
              </p:ext>
            </p:extLst>
          </p:nvPr>
        </p:nvGraphicFramePr>
        <p:xfrm>
          <a:off x="513801" y="1914524"/>
          <a:ext cx="10687599" cy="3396275"/>
        </p:xfrm>
        <a:graphic>
          <a:graphicData uri="http://schemas.openxmlformats.org/drawingml/2006/table">
            <a:tbl>
              <a:tblPr firstRow="1" bandRow="1">
                <a:tableStyleId>{5C22544A-7EE6-4342-B048-85BDC9FD1C3A}</a:tableStyleId>
              </a:tblPr>
              <a:tblGrid>
                <a:gridCol w="2515149">
                  <a:extLst>
                    <a:ext uri="{9D8B030D-6E8A-4147-A177-3AD203B41FA5}">
                      <a16:colId xmlns:a16="http://schemas.microsoft.com/office/drawing/2014/main" val="4077207080"/>
                    </a:ext>
                  </a:extLst>
                </a:gridCol>
                <a:gridCol w="2019300">
                  <a:extLst>
                    <a:ext uri="{9D8B030D-6E8A-4147-A177-3AD203B41FA5}">
                      <a16:colId xmlns:a16="http://schemas.microsoft.com/office/drawing/2014/main" val="220414135"/>
                    </a:ext>
                  </a:extLst>
                </a:gridCol>
                <a:gridCol w="1504950">
                  <a:extLst>
                    <a:ext uri="{9D8B030D-6E8A-4147-A177-3AD203B41FA5}">
                      <a16:colId xmlns:a16="http://schemas.microsoft.com/office/drawing/2014/main" val="3959187576"/>
                    </a:ext>
                  </a:extLst>
                </a:gridCol>
                <a:gridCol w="4648200">
                  <a:extLst>
                    <a:ext uri="{9D8B030D-6E8A-4147-A177-3AD203B41FA5}">
                      <a16:colId xmlns:a16="http://schemas.microsoft.com/office/drawing/2014/main" val="806034526"/>
                    </a:ext>
                  </a:extLst>
                </a:gridCol>
              </a:tblGrid>
              <a:tr h="766506">
                <a:tc>
                  <a:txBody>
                    <a:bodyPr/>
                    <a:lstStyle/>
                    <a:p>
                      <a:r>
                        <a:rPr lang="en-US" sz="2400"/>
                        <a:t>Population</a:t>
                      </a:r>
                    </a:p>
                  </a:txBody>
                  <a:tcPr/>
                </a:tc>
                <a:tc>
                  <a:txBody>
                    <a:bodyPr/>
                    <a:lstStyle/>
                    <a:p>
                      <a:pPr algn="ctr"/>
                      <a:r>
                        <a:rPr lang="en-US" sz="2400"/>
                        <a:t>Collection Dates</a:t>
                      </a:r>
                    </a:p>
                  </a:txBody>
                  <a:tcPr/>
                </a:tc>
                <a:tc>
                  <a:txBody>
                    <a:bodyPr/>
                    <a:lstStyle/>
                    <a:p>
                      <a:pPr algn="ctr"/>
                      <a:r>
                        <a:rPr lang="en-US" sz="2400"/>
                        <a:t>Response Rate</a:t>
                      </a:r>
                    </a:p>
                  </a:txBody>
                  <a:tcPr/>
                </a:tc>
                <a:tc>
                  <a:txBody>
                    <a:bodyPr/>
                    <a:lstStyle/>
                    <a:p>
                      <a:r>
                        <a:rPr lang="en-US" sz="2400"/>
                        <a:t>Instrument Origin</a:t>
                      </a:r>
                    </a:p>
                  </a:txBody>
                  <a:tcPr/>
                </a:tc>
                <a:extLst>
                  <a:ext uri="{0D108BD9-81ED-4DB2-BD59-A6C34878D82A}">
                    <a16:rowId xmlns:a16="http://schemas.microsoft.com/office/drawing/2014/main" val="375917607"/>
                  </a:ext>
                </a:extLst>
              </a:tr>
              <a:tr h="786025">
                <a:tc>
                  <a:txBody>
                    <a:bodyPr/>
                    <a:lstStyle/>
                    <a:p>
                      <a:r>
                        <a:rPr lang="en-US" sz="2400"/>
                        <a:t>Undergraduate Students</a:t>
                      </a:r>
                    </a:p>
                  </a:txBody>
                  <a:tcPr/>
                </a:tc>
                <a:tc>
                  <a:txBody>
                    <a:bodyPr/>
                    <a:lstStyle/>
                    <a:p>
                      <a:r>
                        <a:rPr lang="en-US" sz="2400"/>
                        <a:t>Spring 2024</a:t>
                      </a:r>
                    </a:p>
                  </a:txBody>
                  <a:tcPr/>
                </a:tc>
                <a:tc>
                  <a:txBody>
                    <a:bodyPr/>
                    <a:lstStyle/>
                    <a:p>
                      <a:pPr algn="ctr"/>
                      <a:r>
                        <a:rPr lang="en-US" sz="2400"/>
                        <a:t>23%</a:t>
                      </a:r>
                    </a:p>
                  </a:txBody>
                  <a:tcPr/>
                </a:tc>
                <a:tc>
                  <a:txBody>
                    <a:bodyPr/>
                    <a:lstStyle/>
                    <a:p>
                      <a:r>
                        <a:rPr lang="en-US" sz="2400"/>
                        <a:t>Student Experience in Research University Consortium (SERU)</a:t>
                      </a:r>
                    </a:p>
                  </a:txBody>
                  <a:tcPr/>
                </a:tc>
                <a:extLst>
                  <a:ext uri="{0D108BD9-81ED-4DB2-BD59-A6C34878D82A}">
                    <a16:rowId xmlns:a16="http://schemas.microsoft.com/office/drawing/2014/main" val="927082413"/>
                  </a:ext>
                </a:extLst>
              </a:tr>
              <a:tr h="470195">
                <a:tc>
                  <a:txBody>
                    <a:bodyPr/>
                    <a:lstStyle/>
                    <a:p>
                      <a:r>
                        <a:rPr lang="en-US" sz="2400"/>
                        <a:t>Graduate Students</a:t>
                      </a:r>
                    </a:p>
                  </a:txBody>
                  <a:tcPr/>
                </a:tc>
                <a:tc>
                  <a:txBody>
                    <a:bodyPr/>
                    <a:lstStyle/>
                    <a:p>
                      <a:r>
                        <a:rPr lang="en-US" sz="2400"/>
                        <a:t>Fall 2024</a:t>
                      </a:r>
                    </a:p>
                  </a:txBody>
                  <a:tcPr/>
                </a:tc>
                <a:tc>
                  <a:txBody>
                    <a:bodyPr/>
                    <a:lstStyle/>
                    <a:p>
                      <a:pPr algn="ctr"/>
                      <a:r>
                        <a:rPr lang="en-US" sz="2400"/>
                        <a:t>27%</a:t>
                      </a:r>
                    </a:p>
                  </a:txBody>
                  <a:tcPr/>
                </a:tc>
                <a:tc>
                  <a:txBody>
                    <a:bodyPr/>
                    <a:lstStyle/>
                    <a:p>
                      <a:r>
                        <a:rPr lang="en-US" sz="2400"/>
                        <a:t>Provost’s AI Committee</a:t>
                      </a:r>
                    </a:p>
                  </a:txBody>
                  <a:tcPr/>
                </a:tc>
                <a:extLst>
                  <a:ext uri="{0D108BD9-81ED-4DB2-BD59-A6C34878D82A}">
                    <a16:rowId xmlns:a16="http://schemas.microsoft.com/office/drawing/2014/main" val="3705091236"/>
                  </a:ext>
                </a:extLst>
              </a:tr>
              <a:tr h="425837">
                <a:tc>
                  <a:txBody>
                    <a:bodyPr/>
                    <a:lstStyle/>
                    <a:p>
                      <a:r>
                        <a:rPr lang="en-US" sz="2400"/>
                        <a:t>Faculty</a:t>
                      </a:r>
                    </a:p>
                  </a:txBody>
                  <a:tcPr/>
                </a:tc>
                <a:tc>
                  <a:txBody>
                    <a:bodyPr/>
                    <a:lstStyle/>
                    <a:p>
                      <a:r>
                        <a:rPr lang="en-US" sz="2400"/>
                        <a:t>January 2025</a:t>
                      </a:r>
                    </a:p>
                  </a:txBody>
                  <a:tcPr/>
                </a:tc>
                <a:tc>
                  <a:txBody>
                    <a:bodyPr/>
                    <a:lstStyle/>
                    <a:p>
                      <a:pPr algn="ctr"/>
                      <a:r>
                        <a:rPr lang="en-US" sz="2400"/>
                        <a:t>15%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t>Provost’s AI Committee</a:t>
                      </a:r>
                    </a:p>
                  </a:txBody>
                  <a:tcPr/>
                </a:tc>
                <a:extLst>
                  <a:ext uri="{0D108BD9-81ED-4DB2-BD59-A6C34878D82A}">
                    <a16:rowId xmlns:a16="http://schemas.microsoft.com/office/drawing/2014/main" val="723252102"/>
                  </a:ext>
                </a:extLst>
              </a:tr>
              <a:tr h="491573">
                <a:tc>
                  <a:txBody>
                    <a:bodyPr/>
                    <a:lstStyle/>
                    <a:p>
                      <a:r>
                        <a:rPr lang="en-US" sz="2400"/>
                        <a:t>Staff</a:t>
                      </a:r>
                    </a:p>
                  </a:txBody>
                  <a:tcPr/>
                </a:tc>
                <a:tc>
                  <a:txBody>
                    <a:bodyPr/>
                    <a:lstStyle/>
                    <a:p>
                      <a:r>
                        <a:rPr lang="en-US" sz="2400"/>
                        <a:t>Summer 2025</a:t>
                      </a:r>
                    </a:p>
                  </a:txBody>
                  <a:tcPr/>
                </a:tc>
                <a:tc>
                  <a:txBody>
                    <a:bodyPr/>
                    <a:lstStyle/>
                    <a:p>
                      <a:pPr algn="ctr"/>
                      <a:r>
                        <a:rPr lang="en-US" sz="2400" dirty="0"/>
                        <a:t>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Provost’s AI Committee and Employee Forum</a:t>
                      </a:r>
                    </a:p>
                  </a:txBody>
                  <a:tcPr/>
                </a:tc>
                <a:extLst>
                  <a:ext uri="{0D108BD9-81ED-4DB2-BD59-A6C34878D82A}">
                    <a16:rowId xmlns:a16="http://schemas.microsoft.com/office/drawing/2014/main" val="1513246781"/>
                  </a:ext>
                </a:extLst>
              </a:tr>
            </a:tbl>
          </a:graphicData>
        </a:graphic>
      </p:graphicFrame>
    </p:spTree>
    <p:extLst>
      <p:ext uri="{BB962C8B-B14F-4D97-AF65-F5344CB8AC3E}">
        <p14:creationId xmlns:p14="http://schemas.microsoft.com/office/powerpoint/2010/main" val="2423730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1A4DA-D4B8-3C23-AA19-A7F35DEA1711}"/>
              </a:ext>
            </a:extLst>
          </p:cNvPr>
          <p:cNvSpPr>
            <a:spLocks noGrp="1"/>
          </p:cNvSpPr>
          <p:nvPr>
            <p:ph type="title"/>
          </p:nvPr>
        </p:nvSpPr>
        <p:spPr/>
        <p:txBody>
          <a:bodyPr/>
          <a:lstStyle/>
          <a:p>
            <a:r>
              <a:rPr lang="en-US" dirty="0"/>
              <a:t>Key Takeaways</a:t>
            </a:r>
          </a:p>
        </p:txBody>
      </p:sp>
      <p:sp>
        <p:nvSpPr>
          <p:cNvPr id="3" name="Text Placeholder 2">
            <a:extLst>
              <a:ext uri="{FF2B5EF4-FFF2-40B4-BE49-F238E27FC236}">
                <a16:creationId xmlns:a16="http://schemas.microsoft.com/office/drawing/2014/main" id="{95456EE5-9027-119B-CC4F-A61113F24D41}"/>
              </a:ext>
            </a:extLst>
          </p:cNvPr>
          <p:cNvSpPr>
            <a:spLocks noGrp="1"/>
          </p:cNvSpPr>
          <p:nvPr>
            <p:ph type="body" sz="quarter" idx="16"/>
          </p:nvPr>
        </p:nvSpPr>
        <p:spPr/>
        <p:txBody>
          <a:bodyPr/>
          <a:lstStyle/>
          <a:p>
            <a:r>
              <a:rPr lang="en-US" dirty="0"/>
              <a:t>AI Survey results Summary</a:t>
            </a:r>
          </a:p>
        </p:txBody>
      </p:sp>
    </p:spTree>
    <p:extLst>
      <p:ext uri="{BB962C8B-B14F-4D97-AF65-F5344CB8AC3E}">
        <p14:creationId xmlns:p14="http://schemas.microsoft.com/office/powerpoint/2010/main" val="2402055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E1A6A-3E08-141D-FF26-2A4F42DB1A63}"/>
              </a:ext>
            </a:extLst>
          </p:cNvPr>
          <p:cNvSpPr>
            <a:spLocks noGrp="1"/>
          </p:cNvSpPr>
          <p:nvPr>
            <p:ph type="title"/>
          </p:nvPr>
        </p:nvSpPr>
        <p:spPr/>
        <p:txBody>
          <a:bodyPr/>
          <a:lstStyle/>
          <a:p>
            <a:r>
              <a:rPr lang="en-US" dirty="0"/>
              <a:t>Key Takeaways</a:t>
            </a:r>
          </a:p>
        </p:txBody>
      </p:sp>
      <p:sp>
        <p:nvSpPr>
          <p:cNvPr id="3" name="Text Placeholder 2">
            <a:extLst>
              <a:ext uri="{FF2B5EF4-FFF2-40B4-BE49-F238E27FC236}">
                <a16:creationId xmlns:a16="http://schemas.microsoft.com/office/drawing/2014/main" id="{B529D8BD-F397-DCA6-64FF-BC80C51E53AC}"/>
              </a:ext>
            </a:extLst>
          </p:cNvPr>
          <p:cNvSpPr>
            <a:spLocks noGrp="1"/>
          </p:cNvSpPr>
          <p:nvPr>
            <p:ph type="body" sz="quarter" idx="16"/>
          </p:nvPr>
        </p:nvSpPr>
        <p:spPr/>
        <p:txBody>
          <a:bodyPr/>
          <a:lstStyle/>
          <a:p>
            <a:r>
              <a:rPr lang="en-US"/>
              <a:t>AI survey results</a:t>
            </a:r>
            <a:endParaRPr lang="en-US" dirty="0"/>
          </a:p>
        </p:txBody>
      </p:sp>
      <p:sp>
        <p:nvSpPr>
          <p:cNvPr id="4" name="Content Placeholder 3">
            <a:extLst>
              <a:ext uri="{FF2B5EF4-FFF2-40B4-BE49-F238E27FC236}">
                <a16:creationId xmlns:a16="http://schemas.microsoft.com/office/drawing/2014/main" id="{22CD36EC-A92D-FC1E-5477-A8238F75A095}"/>
              </a:ext>
            </a:extLst>
          </p:cNvPr>
          <p:cNvSpPr>
            <a:spLocks noGrp="1"/>
          </p:cNvSpPr>
          <p:nvPr>
            <p:ph sz="quarter" idx="15"/>
          </p:nvPr>
        </p:nvSpPr>
        <p:spPr>
          <a:xfrm>
            <a:off x="499175" y="1878301"/>
            <a:ext cx="11204914" cy="4009876"/>
          </a:xfrm>
        </p:spPr>
        <p:txBody>
          <a:bodyPr/>
          <a:lstStyle/>
          <a:p>
            <a:pPr lvl="0"/>
            <a:r>
              <a:rPr lang="en-US" sz="3000" dirty="0"/>
              <a:t>Many students, faculty, and staff are making use of Generative Artificial Intelligence (AI) tools, but key barriers to adoption and effective use remain. </a:t>
            </a:r>
          </a:p>
          <a:p>
            <a:pPr lvl="0"/>
            <a:r>
              <a:rPr lang="en-US" sz="3000" dirty="0"/>
              <a:t>To date, efficiency is the most cited benefit of using AI; some campus users are also using AI to transform work processes and outcomes. </a:t>
            </a:r>
          </a:p>
          <a:p>
            <a:pPr lvl="0"/>
            <a:r>
              <a:rPr lang="en-US" sz="3000" dirty="0"/>
              <a:t>Faculty are concerned about AI’s impact on the University’s instructional mission, citing students’ overreliance on AI tools as a threat to critical thinking and other skills. </a:t>
            </a:r>
          </a:p>
          <a:p>
            <a:endParaRPr lang="en-US" dirty="0"/>
          </a:p>
        </p:txBody>
      </p:sp>
    </p:spTree>
    <p:extLst>
      <p:ext uri="{BB962C8B-B14F-4D97-AF65-F5344CB8AC3E}">
        <p14:creationId xmlns:p14="http://schemas.microsoft.com/office/powerpoint/2010/main" val="1321540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AE40A-77DA-50D0-729A-B9EA6333C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B8604-1BCE-166C-DFC1-B332635130C1}"/>
              </a:ext>
            </a:extLst>
          </p:cNvPr>
          <p:cNvSpPr>
            <a:spLocks noGrp="1"/>
          </p:cNvSpPr>
          <p:nvPr>
            <p:ph type="title"/>
          </p:nvPr>
        </p:nvSpPr>
        <p:spPr/>
        <p:txBody>
          <a:bodyPr/>
          <a:lstStyle/>
          <a:p>
            <a:r>
              <a:rPr lang="en-US" dirty="0"/>
              <a:t>Key Takeaways….continued</a:t>
            </a:r>
          </a:p>
        </p:txBody>
      </p:sp>
      <p:sp>
        <p:nvSpPr>
          <p:cNvPr id="3" name="Text Placeholder 2">
            <a:extLst>
              <a:ext uri="{FF2B5EF4-FFF2-40B4-BE49-F238E27FC236}">
                <a16:creationId xmlns:a16="http://schemas.microsoft.com/office/drawing/2014/main" id="{6F0760EB-2296-64CE-8A4B-8E6FEB2A9FE7}"/>
              </a:ext>
            </a:extLst>
          </p:cNvPr>
          <p:cNvSpPr>
            <a:spLocks noGrp="1"/>
          </p:cNvSpPr>
          <p:nvPr>
            <p:ph type="body" sz="quarter" idx="16"/>
          </p:nvPr>
        </p:nvSpPr>
        <p:spPr/>
        <p:txBody>
          <a:bodyPr/>
          <a:lstStyle/>
          <a:p>
            <a:r>
              <a:rPr lang="en-US"/>
              <a:t>AI survey results</a:t>
            </a:r>
            <a:endParaRPr lang="en-US" dirty="0"/>
          </a:p>
        </p:txBody>
      </p:sp>
      <p:sp>
        <p:nvSpPr>
          <p:cNvPr id="4" name="Content Placeholder 3">
            <a:extLst>
              <a:ext uri="{FF2B5EF4-FFF2-40B4-BE49-F238E27FC236}">
                <a16:creationId xmlns:a16="http://schemas.microsoft.com/office/drawing/2014/main" id="{881C7A7C-4D65-E615-E8C4-DBA0E9C7DE58}"/>
              </a:ext>
            </a:extLst>
          </p:cNvPr>
          <p:cNvSpPr>
            <a:spLocks noGrp="1"/>
          </p:cNvSpPr>
          <p:nvPr>
            <p:ph sz="quarter" idx="15"/>
          </p:nvPr>
        </p:nvSpPr>
        <p:spPr>
          <a:xfrm>
            <a:off x="499175" y="1878301"/>
            <a:ext cx="11204914" cy="4009876"/>
          </a:xfrm>
        </p:spPr>
        <p:txBody>
          <a:bodyPr/>
          <a:lstStyle/>
          <a:p>
            <a:pPr lvl="0"/>
            <a:r>
              <a:rPr lang="en-US" sz="3000" dirty="0"/>
              <a:t>Some students are not learning to use AI for fear of being accused of academic dishonesty or because their instructors do not have clear course policies on AI use. </a:t>
            </a:r>
          </a:p>
          <a:p>
            <a:pPr lvl="0"/>
            <a:r>
              <a:rPr lang="en-US" sz="3000" dirty="0"/>
              <a:t>The campus community has questions about the University’s vision for AI. Areas that would benefit from clarification and greater transparency include role-specific guidance on appropriate use, access to AI tools and support, AI’s impact on campus jobs, and recognition of diverse campus opinions about AI use. </a:t>
            </a:r>
          </a:p>
          <a:p>
            <a:endParaRPr lang="en-US" dirty="0"/>
          </a:p>
        </p:txBody>
      </p:sp>
    </p:spTree>
    <p:extLst>
      <p:ext uri="{BB962C8B-B14F-4D97-AF65-F5344CB8AC3E}">
        <p14:creationId xmlns:p14="http://schemas.microsoft.com/office/powerpoint/2010/main" val="1125047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1A22F-E915-6378-BA93-CD7CAF1F7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BFBEB-46FC-2DE8-BCCD-5A2BFA78CE36}"/>
              </a:ext>
            </a:extLst>
          </p:cNvPr>
          <p:cNvSpPr>
            <a:spLocks noGrp="1"/>
          </p:cNvSpPr>
          <p:nvPr>
            <p:ph type="title"/>
          </p:nvPr>
        </p:nvSpPr>
        <p:spPr/>
        <p:txBody>
          <a:bodyPr/>
          <a:lstStyle/>
          <a:p>
            <a:r>
              <a:rPr lang="en-US" dirty="0"/>
              <a:t>AI Adoption</a:t>
            </a:r>
          </a:p>
        </p:txBody>
      </p:sp>
      <p:sp>
        <p:nvSpPr>
          <p:cNvPr id="3" name="Text Placeholder 2">
            <a:extLst>
              <a:ext uri="{FF2B5EF4-FFF2-40B4-BE49-F238E27FC236}">
                <a16:creationId xmlns:a16="http://schemas.microsoft.com/office/drawing/2014/main" id="{0A5E214E-1A60-4ACB-10CA-8C935BCE3FC2}"/>
              </a:ext>
            </a:extLst>
          </p:cNvPr>
          <p:cNvSpPr>
            <a:spLocks noGrp="1"/>
          </p:cNvSpPr>
          <p:nvPr>
            <p:ph type="body" sz="quarter" idx="16"/>
          </p:nvPr>
        </p:nvSpPr>
        <p:spPr/>
        <p:txBody>
          <a:bodyPr/>
          <a:lstStyle/>
          <a:p>
            <a:r>
              <a:rPr lang="en-US" dirty="0"/>
              <a:t>AI Survey results Summary</a:t>
            </a:r>
          </a:p>
        </p:txBody>
      </p:sp>
    </p:spTree>
    <p:extLst>
      <p:ext uri="{BB962C8B-B14F-4D97-AF65-F5344CB8AC3E}">
        <p14:creationId xmlns:p14="http://schemas.microsoft.com/office/powerpoint/2010/main" val="2524623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7950-A88B-20DD-8210-159514DF4F05}"/>
            </a:ext>
          </a:extLst>
        </p:cNvPr>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id="{43C88002-22E6-7E4D-61CB-9449933DAD6D}"/>
              </a:ext>
            </a:extLst>
          </p:cNvPr>
          <p:cNvGraphicFramePr>
            <a:graphicFrameLocks/>
          </p:cNvGraphicFramePr>
          <p:nvPr>
            <p:extLst>
              <p:ext uri="{D42A27DB-BD31-4B8C-83A1-F6EECF244321}">
                <p14:modId xmlns:p14="http://schemas.microsoft.com/office/powerpoint/2010/main" val="2324211630"/>
              </p:ext>
            </p:extLst>
          </p:nvPr>
        </p:nvGraphicFramePr>
        <p:xfrm>
          <a:off x="414501" y="0"/>
          <a:ext cx="11362997" cy="6169572"/>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a:extLst>
              <a:ext uri="{FF2B5EF4-FFF2-40B4-BE49-F238E27FC236}">
                <a16:creationId xmlns:a16="http://schemas.microsoft.com/office/drawing/2014/main" id="{676368A3-9D64-A3EA-7DCE-241C844A65FD}"/>
              </a:ext>
            </a:extLst>
          </p:cNvPr>
          <p:cNvSpPr/>
          <p:nvPr/>
        </p:nvSpPr>
        <p:spPr>
          <a:xfrm>
            <a:off x="627961" y="6169572"/>
            <a:ext cx="4649119" cy="297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513FA71-C147-AEDC-742C-C9DE97D52CBC}"/>
              </a:ext>
            </a:extLst>
          </p:cNvPr>
          <p:cNvSpPr txBox="1"/>
          <p:nvPr/>
        </p:nvSpPr>
        <p:spPr>
          <a:xfrm>
            <a:off x="1085849" y="6202749"/>
            <a:ext cx="10189905" cy="646331"/>
          </a:xfrm>
          <a:prstGeom prst="rect">
            <a:avLst/>
          </a:prstGeom>
          <a:noFill/>
        </p:spPr>
        <p:txBody>
          <a:bodyPr wrap="none" rtlCol="0">
            <a:spAutoFit/>
          </a:bodyPr>
          <a:lstStyle/>
          <a:p>
            <a:r>
              <a:rPr lang="en-US" dirty="0"/>
              <a:t>Note: Undergraduate student survey was administered 10-12 months earlier than the three other surveys. </a:t>
            </a:r>
          </a:p>
          <a:p>
            <a:endParaRPr lang="en-US" dirty="0"/>
          </a:p>
        </p:txBody>
      </p:sp>
    </p:spTree>
    <p:extLst>
      <p:ext uri="{BB962C8B-B14F-4D97-AF65-F5344CB8AC3E}">
        <p14:creationId xmlns:p14="http://schemas.microsoft.com/office/powerpoint/2010/main" val="2779187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92341-DA62-11D0-3E8D-D5D955604FEE}"/>
              </a:ext>
            </a:extLst>
          </p:cNvPr>
          <p:cNvSpPr>
            <a:spLocks noGrp="1"/>
          </p:cNvSpPr>
          <p:nvPr>
            <p:ph type="title"/>
          </p:nvPr>
        </p:nvSpPr>
        <p:spPr/>
        <p:txBody>
          <a:bodyPr/>
          <a:lstStyle/>
          <a:p>
            <a:r>
              <a:rPr lang="en-US" dirty="0"/>
              <a:t>Faculty/Staff Reasons for Not Using AI </a:t>
            </a:r>
          </a:p>
        </p:txBody>
      </p:sp>
      <p:sp>
        <p:nvSpPr>
          <p:cNvPr id="3" name="Text Placeholder 2">
            <a:extLst>
              <a:ext uri="{FF2B5EF4-FFF2-40B4-BE49-F238E27FC236}">
                <a16:creationId xmlns:a16="http://schemas.microsoft.com/office/drawing/2014/main" id="{A4FD6135-E500-751E-FFDC-AF43BB890E29}"/>
              </a:ext>
            </a:extLst>
          </p:cNvPr>
          <p:cNvSpPr>
            <a:spLocks noGrp="1"/>
          </p:cNvSpPr>
          <p:nvPr>
            <p:ph type="body" sz="quarter" idx="16"/>
          </p:nvPr>
        </p:nvSpPr>
        <p:spPr/>
        <p:txBody>
          <a:bodyPr/>
          <a:lstStyle/>
          <a:p>
            <a:r>
              <a:rPr lang="en-US" dirty="0"/>
              <a:t>AI survey results</a:t>
            </a:r>
          </a:p>
          <a:p>
            <a:endParaRPr lang="en-US" dirty="0"/>
          </a:p>
        </p:txBody>
      </p:sp>
      <p:sp>
        <p:nvSpPr>
          <p:cNvPr id="4" name="Content Placeholder 3">
            <a:extLst>
              <a:ext uri="{FF2B5EF4-FFF2-40B4-BE49-F238E27FC236}">
                <a16:creationId xmlns:a16="http://schemas.microsoft.com/office/drawing/2014/main" id="{1ACC00E7-EE6A-99B7-FB37-59D571790D38}"/>
              </a:ext>
            </a:extLst>
          </p:cNvPr>
          <p:cNvSpPr>
            <a:spLocks noGrp="1"/>
          </p:cNvSpPr>
          <p:nvPr>
            <p:ph sz="quarter" idx="15"/>
          </p:nvPr>
        </p:nvSpPr>
        <p:spPr>
          <a:xfrm>
            <a:off x="499174" y="2087620"/>
            <a:ext cx="11189905" cy="3533182"/>
          </a:xfrm>
        </p:spPr>
        <p:txBody>
          <a:bodyPr/>
          <a:lstStyle/>
          <a:p>
            <a:pPr marL="514350" indent="-514350">
              <a:buFont typeface="+mj-lt"/>
              <a:buAutoNum type="arabicPeriod"/>
            </a:pPr>
            <a:r>
              <a:rPr lang="en-US" sz="3000" dirty="0"/>
              <a:t>Concerns about how these technologies are being implemented (e.g., regulatory, environmental, privacy-related).</a:t>
            </a:r>
          </a:p>
          <a:p>
            <a:pPr marL="514350" indent="-514350">
              <a:buFont typeface="+mj-lt"/>
              <a:buAutoNum type="arabicPeriod"/>
            </a:pPr>
            <a:r>
              <a:rPr lang="en-US" sz="3000" dirty="0"/>
              <a:t>Do not trust the content generated.</a:t>
            </a:r>
          </a:p>
          <a:p>
            <a:pPr marL="514350" indent="-514350">
              <a:buFont typeface="+mj-lt"/>
              <a:buAutoNum type="arabicPeriod"/>
            </a:pPr>
            <a:r>
              <a:rPr lang="en-US" sz="3000" dirty="0"/>
              <a:t>Do not see enough compelling benefits to adopt it for my professional work.</a:t>
            </a:r>
          </a:p>
          <a:p>
            <a:pPr marL="514350" indent="-514350">
              <a:buFont typeface="+mj-lt"/>
              <a:buAutoNum type="arabicPeriod"/>
            </a:pPr>
            <a:r>
              <a:rPr lang="en-US" sz="3000" dirty="0"/>
              <a:t>Have not had time to explore GenAI tools. </a:t>
            </a:r>
          </a:p>
          <a:p>
            <a:endParaRPr lang="en-US" dirty="0"/>
          </a:p>
        </p:txBody>
      </p:sp>
    </p:spTree>
    <p:extLst>
      <p:ext uri="{BB962C8B-B14F-4D97-AF65-F5344CB8AC3E}">
        <p14:creationId xmlns:p14="http://schemas.microsoft.com/office/powerpoint/2010/main" val="3383583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45D94-C3BF-9910-949B-427FB7C6A8B9}"/>
              </a:ext>
            </a:extLst>
          </p:cNvPr>
          <p:cNvSpPr>
            <a:spLocks noGrp="1"/>
          </p:cNvSpPr>
          <p:nvPr>
            <p:ph type="title"/>
          </p:nvPr>
        </p:nvSpPr>
        <p:spPr/>
        <p:txBody>
          <a:bodyPr/>
          <a:lstStyle/>
          <a:p>
            <a:r>
              <a:rPr lang="en-US" dirty="0"/>
              <a:t>Graduate Students’ Obstacles to Adoption</a:t>
            </a:r>
          </a:p>
        </p:txBody>
      </p:sp>
      <p:sp>
        <p:nvSpPr>
          <p:cNvPr id="3" name="Text Placeholder 2">
            <a:extLst>
              <a:ext uri="{FF2B5EF4-FFF2-40B4-BE49-F238E27FC236}">
                <a16:creationId xmlns:a16="http://schemas.microsoft.com/office/drawing/2014/main" id="{486BE11D-B392-75B3-9779-EB944AD7D8C9}"/>
              </a:ext>
            </a:extLst>
          </p:cNvPr>
          <p:cNvSpPr>
            <a:spLocks noGrp="1"/>
          </p:cNvSpPr>
          <p:nvPr>
            <p:ph type="body" sz="quarter" idx="16"/>
          </p:nvPr>
        </p:nvSpPr>
        <p:spPr/>
        <p:txBody>
          <a:bodyPr/>
          <a:lstStyle/>
          <a:p>
            <a:r>
              <a:rPr lang="en-US"/>
              <a:t>AI survey results</a:t>
            </a:r>
            <a:endParaRPr lang="en-US" dirty="0"/>
          </a:p>
        </p:txBody>
      </p:sp>
      <p:sp>
        <p:nvSpPr>
          <p:cNvPr id="4" name="Content Placeholder 3">
            <a:extLst>
              <a:ext uri="{FF2B5EF4-FFF2-40B4-BE49-F238E27FC236}">
                <a16:creationId xmlns:a16="http://schemas.microsoft.com/office/drawing/2014/main" id="{9CBEBDD0-C7CE-37FB-1346-7B4D9B0B13B8}"/>
              </a:ext>
            </a:extLst>
          </p:cNvPr>
          <p:cNvSpPr>
            <a:spLocks noGrp="1"/>
          </p:cNvSpPr>
          <p:nvPr>
            <p:ph sz="quarter" idx="15"/>
          </p:nvPr>
        </p:nvSpPr>
        <p:spPr>
          <a:xfrm>
            <a:off x="499174" y="2065586"/>
            <a:ext cx="11189905" cy="3533182"/>
          </a:xfrm>
        </p:spPr>
        <p:txBody>
          <a:bodyPr/>
          <a:lstStyle/>
          <a:p>
            <a:pPr marL="231457">
              <a:buFont typeface="Wingdings" panose="020B0604020202020204" pitchFamily="34" charset="0"/>
              <a:buChar char="§"/>
            </a:pPr>
            <a:r>
              <a:rPr lang="en-US" sz="3000" dirty="0">
                <a:solidFill>
                  <a:srgbClr val="1B1B1B"/>
                </a:solidFill>
                <a:ea typeface="+mn-lt"/>
                <a:cs typeface="+mn-lt"/>
              </a:rPr>
              <a:t>~</a:t>
            </a:r>
            <a:r>
              <a:rPr lang="en-US" sz="3000" b="1" dirty="0">
                <a:solidFill>
                  <a:srgbClr val="1B1B1B"/>
                </a:solidFill>
                <a:ea typeface="+mn-lt"/>
                <a:cs typeface="+mn-lt"/>
              </a:rPr>
              <a:t>33% </a:t>
            </a:r>
            <a:r>
              <a:rPr lang="en-US" sz="3000" dirty="0">
                <a:solidFill>
                  <a:srgbClr val="1B1B1B"/>
                </a:solidFill>
                <a:ea typeface="+mn-lt"/>
                <a:cs typeface="+mn-lt"/>
              </a:rPr>
              <a:t>agreed they fear the judgement of their peers when using AI.</a:t>
            </a:r>
            <a:endParaRPr lang="en-US" sz="3000" dirty="0">
              <a:ea typeface="Calibri"/>
              <a:cs typeface="Calibri"/>
            </a:endParaRPr>
          </a:p>
          <a:p>
            <a:pPr marL="231457">
              <a:buFont typeface="Wingdings" panose="020B0604020202020204" pitchFamily="34" charset="0"/>
              <a:buChar char="§"/>
            </a:pPr>
            <a:r>
              <a:rPr lang="en-US" sz="3000" dirty="0">
                <a:solidFill>
                  <a:srgbClr val="1B1B1B"/>
                </a:solidFill>
                <a:ea typeface="+mn-lt"/>
                <a:cs typeface="+mn-lt"/>
              </a:rPr>
              <a:t>~</a:t>
            </a:r>
            <a:r>
              <a:rPr lang="en-US" sz="3000" b="1" dirty="0">
                <a:solidFill>
                  <a:srgbClr val="1B1B1B"/>
                </a:solidFill>
                <a:ea typeface="+mn-lt"/>
                <a:cs typeface="+mn-lt"/>
              </a:rPr>
              <a:t>50% </a:t>
            </a:r>
            <a:r>
              <a:rPr lang="en-US" sz="3000" dirty="0">
                <a:solidFill>
                  <a:srgbClr val="1B1B1B"/>
                </a:solidFill>
                <a:ea typeface="+mn-lt"/>
                <a:cs typeface="+mn-lt"/>
              </a:rPr>
              <a:t>agreed that they avoid AI due to academic dishonesty concerns.</a:t>
            </a:r>
          </a:p>
          <a:p>
            <a:pPr marL="231457">
              <a:buFont typeface="Wingdings" panose="020B0604020202020204" pitchFamily="34" charset="0"/>
              <a:buChar char="§"/>
            </a:pPr>
            <a:r>
              <a:rPr lang="en-US" sz="3000" dirty="0">
                <a:solidFill>
                  <a:srgbClr val="1B1B1B"/>
                </a:solidFill>
                <a:ea typeface="+mn-lt"/>
                <a:cs typeface="+mn-lt"/>
              </a:rPr>
              <a:t>~</a:t>
            </a:r>
            <a:r>
              <a:rPr lang="en-US" sz="3000" b="1" dirty="0">
                <a:solidFill>
                  <a:srgbClr val="1B1B1B"/>
                </a:solidFill>
                <a:ea typeface="+mn-lt"/>
                <a:cs typeface="+mn-lt"/>
              </a:rPr>
              <a:t>20% </a:t>
            </a:r>
            <a:r>
              <a:rPr lang="en-US" sz="3000" dirty="0">
                <a:solidFill>
                  <a:srgbClr val="1B1B1B"/>
                </a:solidFill>
                <a:ea typeface="+mn-lt"/>
                <a:cs typeface="+mn-lt"/>
              </a:rPr>
              <a:t>said they have instructors who have not discussed appropriate AI use with them. </a:t>
            </a:r>
          </a:p>
          <a:p>
            <a:pPr marL="0" indent="0">
              <a:buNone/>
            </a:pPr>
            <a:endParaRPr lang="en-US" dirty="0"/>
          </a:p>
          <a:p>
            <a:pPr marL="0" indent="0">
              <a:buNone/>
            </a:pPr>
            <a:r>
              <a:rPr lang="en-US" dirty="0"/>
              <a:t>“Often I don't use AI at all for assignments because guidelines are vague and I want to err on the side of caution.”  </a:t>
            </a:r>
            <a:r>
              <a:rPr lang="en-US" b="1" dirty="0"/>
              <a:t>-Master’s student, Health Affairs</a:t>
            </a:r>
            <a:endParaRPr lang="en-US" dirty="0"/>
          </a:p>
          <a:p>
            <a:pPr marL="0" indent="0">
              <a:buNone/>
            </a:pPr>
            <a:endParaRPr lang="en-US" dirty="0"/>
          </a:p>
        </p:txBody>
      </p:sp>
    </p:spTree>
    <p:extLst>
      <p:ext uri="{BB962C8B-B14F-4D97-AF65-F5344CB8AC3E}">
        <p14:creationId xmlns:p14="http://schemas.microsoft.com/office/powerpoint/2010/main" val="1609459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AEAD0-7BE0-29A7-C32E-75D5781239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73557-1BD9-B064-7A73-B9C919897BCF}"/>
              </a:ext>
            </a:extLst>
          </p:cNvPr>
          <p:cNvSpPr>
            <a:spLocks noGrp="1"/>
          </p:cNvSpPr>
          <p:nvPr>
            <p:ph type="title"/>
          </p:nvPr>
        </p:nvSpPr>
        <p:spPr>
          <a:xfrm>
            <a:off x="499176" y="969823"/>
            <a:ext cx="11440576" cy="1867970"/>
          </a:xfrm>
        </p:spPr>
        <p:txBody>
          <a:bodyPr/>
          <a:lstStyle/>
          <a:p>
            <a:r>
              <a:rPr lang="en-US"/>
              <a:t>Staff Thoughts About Workplace Adoption of AI</a:t>
            </a:r>
            <a:br>
              <a:rPr lang="en-US"/>
            </a:br>
            <a:br>
              <a:rPr lang="en-US"/>
            </a:br>
            <a:endParaRPr lang="en-US"/>
          </a:p>
        </p:txBody>
      </p:sp>
      <p:sp>
        <p:nvSpPr>
          <p:cNvPr id="3" name="Text Placeholder 2">
            <a:extLst>
              <a:ext uri="{FF2B5EF4-FFF2-40B4-BE49-F238E27FC236}">
                <a16:creationId xmlns:a16="http://schemas.microsoft.com/office/drawing/2014/main" id="{1DDBCE21-710F-4997-3B70-CDCD0E044A79}"/>
              </a:ext>
            </a:extLst>
          </p:cNvPr>
          <p:cNvSpPr>
            <a:spLocks noGrp="1"/>
          </p:cNvSpPr>
          <p:nvPr>
            <p:ph type="body" sz="quarter" idx="16"/>
          </p:nvPr>
        </p:nvSpPr>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927E8086-DF5E-4825-9C06-48DAFA5ADB39}"/>
              </a:ext>
            </a:extLst>
          </p:cNvPr>
          <p:cNvSpPr txBox="1"/>
          <p:nvPr/>
        </p:nvSpPr>
        <p:spPr>
          <a:xfrm>
            <a:off x="609374" y="2017459"/>
            <a:ext cx="10999142" cy="4524315"/>
          </a:xfrm>
          <a:prstGeom prst="rect">
            <a:avLst/>
          </a:prstGeom>
          <a:noFill/>
        </p:spPr>
        <p:txBody>
          <a:bodyPr wrap="square" lIns="91440" tIns="45720" rIns="91440" bIns="45720" anchor="t">
            <a:spAutoFit/>
          </a:bodyPr>
          <a:lstStyle/>
          <a:p>
            <a:pPr marL="457200" indent="-457200">
              <a:buFont typeface="Wingdings" panose="05000000000000000000" pitchFamily="2" charset="2"/>
              <a:buChar char="§"/>
            </a:pPr>
            <a:r>
              <a:rPr lang="en-US" sz="3200" b="1" dirty="0">
                <a:solidFill>
                  <a:srgbClr val="1B1B1B"/>
                </a:solidFill>
                <a:latin typeface="Tableau Medium"/>
              </a:rPr>
              <a:t>92% </a:t>
            </a:r>
            <a:r>
              <a:rPr lang="en-US" sz="3200" i="1" dirty="0">
                <a:solidFill>
                  <a:srgbClr val="1B1B1B"/>
                </a:solidFill>
                <a:latin typeface="Tableau Medium"/>
              </a:rPr>
              <a:t>agreed</a:t>
            </a:r>
            <a:r>
              <a:rPr lang="en-US" sz="3200" dirty="0">
                <a:solidFill>
                  <a:srgbClr val="1B1B1B"/>
                </a:solidFill>
                <a:latin typeface="Tableau Medium"/>
              </a:rPr>
              <a:t> that “University staff should have some agency when asked to use GenAI tools as part of their job duties.” </a:t>
            </a:r>
            <a:r>
              <a:rPr lang="en-US" sz="3200" b="1" dirty="0">
                <a:solidFill>
                  <a:srgbClr val="1B1B1B"/>
                </a:solidFill>
                <a:latin typeface="Tableau Medium"/>
              </a:rPr>
              <a:t>94%</a:t>
            </a:r>
            <a:r>
              <a:rPr lang="en-US" sz="3200" dirty="0">
                <a:solidFill>
                  <a:srgbClr val="1B1B1B"/>
                </a:solidFill>
                <a:latin typeface="Tableau Medium"/>
              </a:rPr>
              <a:t> of staff in leadership roles agreed with this statement.</a:t>
            </a:r>
          </a:p>
          <a:p>
            <a:pPr marL="457200" indent="-457200">
              <a:buFont typeface="Wingdings" panose="05000000000000000000" pitchFamily="2" charset="2"/>
              <a:buChar char="§"/>
            </a:pPr>
            <a:endParaRPr lang="en-US" sz="3200" dirty="0">
              <a:solidFill>
                <a:srgbClr val="1B1B1B"/>
              </a:solidFill>
              <a:latin typeface="Tableau Medium"/>
            </a:endParaRPr>
          </a:p>
          <a:p>
            <a:pPr marL="457200" indent="-457200">
              <a:buFont typeface="Wingdings" panose="05000000000000000000" pitchFamily="2" charset="2"/>
              <a:buChar char="§"/>
            </a:pPr>
            <a:r>
              <a:rPr lang="en-US" sz="3200" b="1" dirty="0">
                <a:solidFill>
                  <a:srgbClr val="1B1B1B"/>
                </a:solidFill>
                <a:latin typeface="Tableau Medium"/>
              </a:rPr>
              <a:t>Fewer than half </a:t>
            </a:r>
            <a:r>
              <a:rPr lang="en-US" sz="3200" dirty="0">
                <a:solidFill>
                  <a:srgbClr val="1B1B1B"/>
                </a:solidFill>
                <a:latin typeface="Tableau Medium"/>
              </a:rPr>
              <a:t>of respondents agreed with the statement “My supervisor has encouraged me to develop skills with at least one AI tool in the workplace.”</a:t>
            </a:r>
          </a:p>
          <a:p>
            <a:pPr marL="457200" indent="-457200">
              <a:buFont typeface="Wingdings" panose="05000000000000000000" pitchFamily="2" charset="2"/>
              <a:buChar char="§"/>
            </a:pPr>
            <a:endParaRPr lang="en-US" sz="3200" dirty="0">
              <a:solidFill>
                <a:srgbClr val="1B1B1B"/>
              </a:solidFill>
              <a:latin typeface="Tableau Medium"/>
            </a:endParaRPr>
          </a:p>
          <a:p>
            <a:pPr marL="457200" indent="-457200">
              <a:buFont typeface="Wingdings" panose="05000000000000000000" pitchFamily="2" charset="2"/>
              <a:buChar char="§"/>
            </a:pPr>
            <a:endParaRPr lang="en-US" sz="3200" b="0" i="0" dirty="0">
              <a:solidFill>
                <a:srgbClr val="1B1B1B"/>
              </a:solidFill>
              <a:effectLst/>
              <a:latin typeface="Tableau Medium"/>
            </a:endParaRPr>
          </a:p>
        </p:txBody>
      </p:sp>
    </p:spTree>
    <p:extLst>
      <p:ext uri="{BB962C8B-B14F-4D97-AF65-F5344CB8AC3E}">
        <p14:creationId xmlns:p14="http://schemas.microsoft.com/office/powerpoint/2010/main" val="666633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3D38A-1CCC-DF1C-9C08-56A81B6AE9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94E95-5877-D1CA-657C-0BB7AA92C6E6}"/>
              </a:ext>
            </a:extLst>
          </p:cNvPr>
          <p:cNvSpPr>
            <a:spLocks noGrp="1"/>
          </p:cNvSpPr>
          <p:nvPr>
            <p:ph type="title"/>
          </p:nvPr>
        </p:nvSpPr>
        <p:spPr>
          <a:xfrm>
            <a:off x="499176" y="531673"/>
            <a:ext cx="11440576" cy="878027"/>
          </a:xfrm>
        </p:spPr>
        <p:txBody>
          <a:bodyPr/>
          <a:lstStyle/>
          <a:p>
            <a:r>
              <a:rPr lang="en-US" dirty="0"/>
              <a:t>Staff Comments About Workplace Adoption of AI</a:t>
            </a:r>
            <a:br>
              <a:rPr lang="en-US" dirty="0"/>
            </a:br>
            <a:br>
              <a:rPr lang="en-US" dirty="0"/>
            </a:br>
            <a:endParaRPr lang="en-US" dirty="0"/>
          </a:p>
        </p:txBody>
      </p:sp>
      <p:sp>
        <p:nvSpPr>
          <p:cNvPr id="3" name="Text Placeholder 2">
            <a:extLst>
              <a:ext uri="{FF2B5EF4-FFF2-40B4-BE49-F238E27FC236}">
                <a16:creationId xmlns:a16="http://schemas.microsoft.com/office/drawing/2014/main" id="{1A3BDB57-3458-7D98-0064-9325C76495F6}"/>
              </a:ext>
            </a:extLst>
          </p:cNvPr>
          <p:cNvSpPr>
            <a:spLocks noGrp="1"/>
          </p:cNvSpPr>
          <p:nvPr>
            <p:ph type="body" sz="quarter" idx="16"/>
          </p:nvPr>
        </p:nvSpPr>
        <p:spPr>
          <a:xfrm>
            <a:off x="513801" y="188767"/>
            <a:ext cx="11190288" cy="246221"/>
          </a:xfrm>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A98F5870-D9F2-22D3-EF0B-5FCBBEBB1F18}"/>
              </a:ext>
            </a:extLst>
          </p:cNvPr>
          <p:cNvSpPr txBox="1"/>
          <p:nvPr/>
        </p:nvSpPr>
        <p:spPr>
          <a:xfrm>
            <a:off x="513801" y="1525366"/>
            <a:ext cx="10999142" cy="3985706"/>
          </a:xfrm>
          <a:prstGeom prst="rect">
            <a:avLst/>
          </a:prstGeom>
          <a:noFill/>
        </p:spPr>
        <p:txBody>
          <a:bodyPr wrap="square">
            <a:spAutoFit/>
          </a:bodyPr>
          <a:lstStyle/>
          <a:p>
            <a:r>
              <a:rPr lang="en-US" sz="2300" dirty="0"/>
              <a:t>“The belief that AI is necessary for University staff positions is incorrect. AI can be helpful to some, but the implementation should be optional. There are many who disagree with AI usage on ethical basis alone.”  </a:t>
            </a:r>
            <a:r>
              <a:rPr lang="en-US" sz="2300" b="1" dirty="0"/>
              <a:t>- Accountant</a:t>
            </a:r>
          </a:p>
          <a:p>
            <a:endParaRPr lang="en-US" sz="2300" dirty="0"/>
          </a:p>
          <a:p>
            <a:r>
              <a:rPr lang="en-US" sz="2300" dirty="0"/>
              <a:t>“My supervisor has been strongly encouraging me to use it for different purposes, and I could likely do some tasks faster by using it. But without truly understanding it, I do not feel comfortable being responsible for what it produces.”  </a:t>
            </a:r>
            <a:r>
              <a:rPr lang="en-US" sz="2300" b="1" dirty="0"/>
              <a:t>- Communication Specialist</a:t>
            </a:r>
          </a:p>
          <a:p>
            <a:r>
              <a:rPr lang="en-US" sz="2300" dirty="0"/>
              <a:t> </a:t>
            </a:r>
          </a:p>
          <a:p>
            <a:r>
              <a:rPr lang="en-US" sz="2300" dirty="0">
                <a:solidFill>
                  <a:srgbClr val="1B1B1B"/>
                </a:solidFill>
                <a:latin typeface="Tableau Medium"/>
              </a:rPr>
              <a:t>“I requested approval from my supervisor to pursue AI and cloud-related training as part of my professional development, but the request was denied for reasons I respectfully do not agree with. I am not seeing support and an opportunity regarding this.”  </a:t>
            </a:r>
            <a:r>
              <a:rPr lang="en-US" sz="2300" b="1" dirty="0">
                <a:solidFill>
                  <a:srgbClr val="1B1B1B"/>
                </a:solidFill>
                <a:latin typeface="Tableau Medium"/>
              </a:rPr>
              <a:t>- Data Analyst</a:t>
            </a:r>
            <a:endParaRPr lang="en-US" sz="2300" b="1" i="0" dirty="0">
              <a:solidFill>
                <a:srgbClr val="1B1B1B"/>
              </a:solidFill>
              <a:effectLst/>
              <a:latin typeface="Tableau Medium"/>
            </a:endParaRPr>
          </a:p>
        </p:txBody>
      </p:sp>
    </p:spTree>
    <p:extLst>
      <p:ext uri="{BB962C8B-B14F-4D97-AF65-F5344CB8AC3E}">
        <p14:creationId xmlns:p14="http://schemas.microsoft.com/office/powerpoint/2010/main" val="3014990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CF664-950C-238B-37CA-82273F1B0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D926D-C040-15DD-FF7A-C692AC1E0C2D}"/>
              </a:ext>
            </a:extLst>
          </p:cNvPr>
          <p:cNvSpPr>
            <a:spLocks noGrp="1"/>
          </p:cNvSpPr>
          <p:nvPr>
            <p:ph type="title"/>
          </p:nvPr>
        </p:nvSpPr>
        <p:spPr/>
        <p:txBody>
          <a:bodyPr/>
          <a:lstStyle/>
          <a:p>
            <a:r>
              <a:rPr lang="en-US" dirty="0"/>
              <a:t>AI Benefits</a:t>
            </a:r>
          </a:p>
        </p:txBody>
      </p:sp>
      <p:sp>
        <p:nvSpPr>
          <p:cNvPr id="3" name="Text Placeholder 2">
            <a:extLst>
              <a:ext uri="{FF2B5EF4-FFF2-40B4-BE49-F238E27FC236}">
                <a16:creationId xmlns:a16="http://schemas.microsoft.com/office/drawing/2014/main" id="{43DF3DC2-F961-1FF4-E43B-3CA30888AAA6}"/>
              </a:ext>
            </a:extLst>
          </p:cNvPr>
          <p:cNvSpPr>
            <a:spLocks noGrp="1"/>
          </p:cNvSpPr>
          <p:nvPr>
            <p:ph type="body" sz="quarter" idx="16"/>
          </p:nvPr>
        </p:nvSpPr>
        <p:spPr/>
        <p:txBody>
          <a:bodyPr/>
          <a:lstStyle/>
          <a:p>
            <a:r>
              <a:rPr lang="en-US" dirty="0"/>
              <a:t>AI Survey results Summary</a:t>
            </a:r>
          </a:p>
        </p:txBody>
      </p:sp>
    </p:spTree>
    <p:extLst>
      <p:ext uri="{BB962C8B-B14F-4D97-AF65-F5344CB8AC3E}">
        <p14:creationId xmlns:p14="http://schemas.microsoft.com/office/powerpoint/2010/main" val="3009573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92E04-FBEE-9C0D-647B-F0F9460F7C01}"/>
              </a:ext>
            </a:extLst>
          </p:cNvPr>
          <p:cNvSpPr>
            <a:spLocks noGrp="1"/>
          </p:cNvSpPr>
          <p:nvPr>
            <p:ph type="title"/>
          </p:nvPr>
        </p:nvSpPr>
        <p:spPr>
          <a:xfrm>
            <a:off x="499176" y="826602"/>
            <a:ext cx="11189904" cy="723900"/>
          </a:xfrm>
        </p:spPr>
        <p:txBody>
          <a:bodyPr/>
          <a:lstStyle/>
          <a:p>
            <a:r>
              <a:rPr lang="en-US" dirty="0"/>
              <a:t>Benefits of AI: Efficiency</a:t>
            </a:r>
          </a:p>
        </p:txBody>
      </p:sp>
      <p:sp>
        <p:nvSpPr>
          <p:cNvPr id="3" name="Text Placeholder 2">
            <a:extLst>
              <a:ext uri="{FF2B5EF4-FFF2-40B4-BE49-F238E27FC236}">
                <a16:creationId xmlns:a16="http://schemas.microsoft.com/office/drawing/2014/main" id="{24BB0368-CABF-094D-A872-2C06320AF63A}"/>
              </a:ext>
            </a:extLst>
          </p:cNvPr>
          <p:cNvSpPr>
            <a:spLocks noGrp="1"/>
          </p:cNvSpPr>
          <p:nvPr>
            <p:ph type="body" sz="quarter" idx="16"/>
          </p:nvPr>
        </p:nvSpPr>
        <p:spPr>
          <a:xfrm>
            <a:off x="513801" y="483696"/>
            <a:ext cx="11190288" cy="246221"/>
          </a:xfrm>
        </p:spPr>
        <p:txBody>
          <a:bodyPr/>
          <a:lstStyle/>
          <a:p>
            <a:r>
              <a:rPr lang="en-US" dirty="0"/>
              <a:t>AI survey results</a:t>
            </a:r>
          </a:p>
        </p:txBody>
      </p:sp>
      <p:sp>
        <p:nvSpPr>
          <p:cNvPr id="4" name="Content Placeholder 3">
            <a:extLst>
              <a:ext uri="{FF2B5EF4-FFF2-40B4-BE49-F238E27FC236}">
                <a16:creationId xmlns:a16="http://schemas.microsoft.com/office/drawing/2014/main" id="{A5335B55-F29F-F55B-0EBD-4A66DF2F8724}"/>
              </a:ext>
            </a:extLst>
          </p:cNvPr>
          <p:cNvSpPr>
            <a:spLocks noGrp="1"/>
          </p:cNvSpPr>
          <p:nvPr>
            <p:ph sz="quarter" idx="15"/>
          </p:nvPr>
        </p:nvSpPr>
        <p:spPr>
          <a:xfrm>
            <a:off x="499175" y="1812196"/>
            <a:ext cx="11189905" cy="3533182"/>
          </a:xfrm>
        </p:spPr>
        <p:txBody>
          <a:bodyPr/>
          <a:lstStyle/>
          <a:p>
            <a:pPr marL="0" indent="0">
              <a:buNone/>
            </a:pPr>
            <a:r>
              <a:rPr lang="en-US" sz="3000" dirty="0"/>
              <a:t>For faculty, staff, and graduate students, </a:t>
            </a:r>
            <a:r>
              <a:rPr lang="en-US" sz="3000" i="1" dirty="0"/>
              <a:t>efficiency and time savings </a:t>
            </a:r>
            <a:r>
              <a:rPr lang="en-US" sz="3000" dirty="0"/>
              <a:t>is currently seen as the primary benefit of AI.</a:t>
            </a:r>
          </a:p>
          <a:p>
            <a:pPr marL="0" indent="0">
              <a:buNone/>
            </a:pPr>
            <a:endParaRPr lang="en-US" sz="400" dirty="0"/>
          </a:p>
          <a:p>
            <a:pPr indent="0">
              <a:buNone/>
            </a:pPr>
            <a:r>
              <a:rPr lang="en-US" sz="2200" dirty="0"/>
              <a:t>“AI is making my work more efficient, largely by helping craft written statements, but also by rapidly finding answers to simple questions or making connections regarding complex questions that I wouldn't be able to make on my own.”     </a:t>
            </a:r>
            <a:r>
              <a:rPr lang="en-US" sz="2200" b="1" dirty="0"/>
              <a:t>–Professor, Natural Sciences</a:t>
            </a:r>
            <a:endParaRPr lang="en-US" sz="2200" dirty="0"/>
          </a:p>
          <a:p>
            <a:pPr indent="0">
              <a:buNone/>
            </a:pPr>
            <a:br>
              <a:rPr lang="en-US" sz="2200" dirty="0"/>
            </a:br>
            <a:r>
              <a:rPr lang="en-US" sz="2200" dirty="0"/>
              <a:t>“This is a tool that can simplify certain aspects of life. It's helped me with organization and planning, as well as quickly compiling information based on location and needs.”  </a:t>
            </a:r>
            <a:r>
              <a:rPr lang="en-US" sz="2200" b="1" dirty="0"/>
              <a:t>-Librarian</a:t>
            </a:r>
          </a:p>
          <a:p>
            <a:pPr indent="0">
              <a:buNone/>
            </a:pPr>
            <a:br>
              <a:rPr lang="en-US" sz="2200" b="1" dirty="0"/>
            </a:br>
            <a:r>
              <a:rPr lang="en-US" sz="2200" dirty="0"/>
              <a:t>“AI is a helpful tool, and I do enjoy the benefits of using AI for proofreading, revision, debugging code, etc.” </a:t>
            </a:r>
            <a:r>
              <a:rPr lang="en-US" sz="2000" b="1" dirty="0"/>
              <a:t>–Masters student, Health Affairs</a:t>
            </a:r>
            <a:endParaRPr lang="en-US" sz="2200" b="1" dirty="0"/>
          </a:p>
        </p:txBody>
      </p:sp>
    </p:spTree>
    <p:extLst>
      <p:ext uri="{BB962C8B-B14F-4D97-AF65-F5344CB8AC3E}">
        <p14:creationId xmlns:p14="http://schemas.microsoft.com/office/powerpoint/2010/main" val="90903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D7232-69DB-1025-AEE4-3BF49081F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D3038-D1CD-5910-71E0-B235A4821EC0}"/>
              </a:ext>
            </a:extLst>
          </p:cNvPr>
          <p:cNvSpPr>
            <a:spLocks noGrp="1"/>
          </p:cNvSpPr>
          <p:nvPr>
            <p:ph type="title"/>
          </p:nvPr>
        </p:nvSpPr>
        <p:spPr>
          <a:xfrm>
            <a:off x="499176" y="826602"/>
            <a:ext cx="11189904" cy="723900"/>
          </a:xfrm>
        </p:spPr>
        <p:txBody>
          <a:bodyPr/>
          <a:lstStyle/>
          <a:p>
            <a:r>
              <a:rPr lang="en-US" dirty="0"/>
              <a:t>Benefits of AI: Transformation</a:t>
            </a:r>
          </a:p>
        </p:txBody>
      </p:sp>
      <p:sp>
        <p:nvSpPr>
          <p:cNvPr id="3" name="Text Placeholder 2">
            <a:extLst>
              <a:ext uri="{FF2B5EF4-FFF2-40B4-BE49-F238E27FC236}">
                <a16:creationId xmlns:a16="http://schemas.microsoft.com/office/drawing/2014/main" id="{01A03382-A835-F038-B910-A6308915CEB4}"/>
              </a:ext>
            </a:extLst>
          </p:cNvPr>
          <p:cNvSpPr>
            <a:spLocks noGrp="1"/>
          </p:cNvSpPr>
          <p:nvPr>
            <p:ph type="body" sz="quarter" idx="16"/>
          </p:nvPr>
        </p:nvSpPr>
        <p:spPr>
          <a:xfrm>
            <a:off x="513801" y="483696"/>
            <a:ext cx="11190288" cy="246221"/>
          </a:xfrm>
        </p:spPr>
        <p:txBody>
          <a:bodyPr/>
          <a:lstStyle/>
          <a:p>
            <a:r>
              <a:rPr lang="en-US" dirty="0"/>
              <a:t>AI survey results</a:t>
            </a:r>
          </a:p>
        </p:txBody>
      </p:sp>
      <p:sp>
        <p:nvSpPr>
          <p:cNvPr id="4" name="Content Placeholder 3">
            <a:extLst>
              <a:ext uri="{FF2B5EF4-FFF2-40B4-BE49-F238E27FC236}">
                <a16:creationId xmlns:a16="http://schemas.microsoft.com/office/drawing/2014/main" id="{643CBB3E-5D22-3300-2B14-1CD82978FCC3}"/>
              </a:ext>
            </a:extLst>
          </p:cNvPr>
          <p:cNvSpPr>
            <a:spLocks noGrp="1"/>
          </p:cNvSpPr>
          <p:nvPr>
            <p:ph sz="quarter" idx="15"/>
          </p:nvPr>
        </p:nvSpPr>
        <p:spPr>
          <a:xfrm>
            <a:off x="514184" y="1550502"/>
            <a:ext cx="11189905" cy="4346233"/>
          </a:xfrm>
        </p:spPr>
        <p:txBody>
          <a:bodyPr/>
          <a:lstStyle/>
          <a:p>
            <a:pPr marL="0" indent="0">
              <a:buNone/>
            </a:pPr>
            <a:r>
              <a:rPr lang="en-US" sz="3000" dirty="0"/>
              <a:t>A much smaller percentage of survey respondents suggested AI would lead to improved or transformative outcomes in research or teaching and learning.</a:t>
            </a:r>
          </a:p>
          <a:p>
            <a:pPr marL="0" indent="0">
              <a:buNone/>
            </a:pPr>
            <a:endParaRPr lang="en-US" sz="100" dirty="0"/>
          </a:p>
          <a:p>
            <a:pPr marL="109538" indent="0">
              <a:buNone/>
            </a:pPr>
            <a:r>
              <a:rPr lang="en-US" sz="2400" dirty="0"/>
              <a:t>“Generative AI can help create personalized study guides, practice questions, or even tutoring sessions tailored to individual student needs. This allows me to offer differentiated support without being stretched thin.”  </a:t>
            </a:r>
            <a:r>
              <a:rPr lang="en-US" sz="2000" b="1" dirty="0"/>
              <a:t>-Teaching Associate Professor, Health Affairs</a:t>
            </a:r>
            <a:endParaRPr lang="en-US" sz="1800" b="1" dirty="0"/>
          </a:p>
          <a:p>
            <a:pPr marL="109538" indent="0">
              <a:buNone/>
            </a:pPr>
            <a:r>
              <a:rPr lang="en-US" sz="2400" dirty="0"/>
              <a:t>“AI tools allow projects to be taken on by individuals, that used to require entire teams.”  </a:t>
            </a:r>
            <a:r>
              <a:rPr lang="en-US" sz="2000" b="1" dirty="0"/>
              <a:t>-Administrative Support</a:t>
            </a:r>
          </a:p>
          <a:p>
            <a:pPr marL="176213" indent="0">
              <a:buNone/>
            </a:pPr>
            <a:endParaRPr lang="en-US" sz="100" b="1" dirty="0"/>
          </a:p>
          <a:p>
            <a:pPr marL="176213" indent="0">
              <a:buNone/>
            </a:pPr>
            <a:r>
              <a:rPr lang="en-US" sz="2400" dirty="0"/>
              <a:t>“This will revolutionize our work lives in the way that computers have done so.  This is only the infancy of the technology.” </a:t>
            </a:r>
            <a:r>
              <a:rPr lang="en-US" sz="2000" b="1" dirty="0"/>
              <a:t>–Professor, Health Affairs</a:t>
            </a:r>
            <a:endParaRPr lang="en-US" sz="2400" b="1" dirty="0"/>
          </a:p>
        </p:txBody>
      </p:sp>
    </p:spTree>
    <p:extLst>
      <p:ext uri="{BB962C8B-B14F-4D97-AF65-F5344CB8AC3E}">
        <p14:creationId xmlns:p14="http://schemas.microsoft.com/office/powerpoint/2010/main" val="1138984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0F7AF-D8D3-508A-188A-A5D236561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D1B94-1EF0-71D1-858E-9C81DAC0B1D2}"/>
              </a:ext>
            </a:extLst>
          </p:cNvPr>
          <p:cNvSpPr>
            <a:spLocks noGrp="1"/>
          </p:cNvSpPr>
          <p:nvPr>
            <p:ph type="title"/>
          </p:nvPr>
        </p:nvSpPr>
        <p:spPr>
          <a:xfrm>
            <a:off x="499176" y="826602"/>
            <a:ext cx="11189904" cy="723900"/>
          </a:xfrm>
        </p:spPr>
        <p:txBody>
          <a:bodyPr/>
          <a:lstStyle/>
          <a:p>
            <a:r>
              <a:rPr lang="en-US" dirty="0"/>
              <a:t>Students: Beneficial Use Cases</a:t>
            </a:r>
          </a:p>
        </p:txBody>
      </p:sp>
      <p:sp>
        <p:nvSpPr>
          <p:cNvPr id="3" name="Text Placeholder 2">
            <a:extLst>
              <a:ext uri="{FF2B5EF4-FFF2-40B4-BE49-F238E27FC236}">
                <a16:creationId xmlns:a16="http://schemas.microsoft.com/office/drawing/2014/main" id="{B6E8A242-CB9F-5DBC-5EE6-6656A20966BF}"/>
              </a:ext>
            </a:extLst>
          </p:cNvPr>
          <p:cNvSpPr>
            <a:spLocks noGrp="1"/>
          </p:cNvSpPr>
          <p:nvPr>
            <p:ph type="body" sz="quarter" idx="16"/>
          </p:nvPr>
        </p:nvSpPr>
        <p:spPr>
          <a:xfrm>
            <a:off x="513801" y="483696"/>
            <a:ext cx="11190288" cy="246221"/>
          </a:xfrm>
        </p:spPr>
        <p:txBody>
          <a:bodyPr/>
          <a:lstStyle/>
          <a:p>
            <a:r>
              <a:rPr lang="en-US" dirty="0"/>
              <a:t>AI survey results</a:t>
            </a:r>
          </a:p>
        </p:txBody>
      </p:sp>
      <p:sp>
        <p:nvSpPr>
          <p:cNvPr id="4" name="Content Placeholder 3">
            <a:extLst>
              <a:ext uri="{FF2B5EF4-FFF2-40B4-BE49-F238E27FC236}">
                <a16:creationId xmlns:a16="http://schemas.microsoft.com/office/drawing/2014/main" id="{1AC379F6-0167-97F1-C4D1-5244D53F89E1}"/>
              </a:ext>
            </a:extLst>
          </p:cNvPr>
          <p:cNvSpPr>
            <a:spLocks noGrp="1"/>
          </p:cNvSpPr>
          <p:nvPr>
            <p:ph sz="quarter" idx="15"/>
          </p:nvPr>
        </p:nvSpPr>
        <p:spPr>
          <a:xfrm>
            <a:off x="499175" y="1812196"/>
            <a:ext cx="11189905" cy="3533182"/>
          </a:xfrm>
        </p:spPr>
        <p:txBody>
          <a:bodyPr/>
          <a:lstStyle/>
          <a:p>
            <a:pPr marL="0" indent="0">
              <a:buNone/>
            </a:pPr>
            <a:r>
              <a:rPr lang="en-US" sz="3000" b="1" dirty="0"/>
              <a:t>Students</a:t>
            </a:r>
            <a:r>
              <a:rPr lang="en-US" sz="3000" dirty="0"/>
              <a:t> identified the following as among their primary uses of AI:</a:t>
            </a:r>
          </a:p>
          <a:p>
            <a:r>
              <a:rPr lang="en-US" sz="3000" dirty="0"/>
              <a:t>General knowledge inquiries</a:t>
            </a:r>
          </a:p>
          <a:p>
            <a:r>
              <a:rPr lang="en-US" sz="3000" dirty="0"/>
              <a:t>Researching paper topics</a:t>
            </a:r>
          </a:p>
          <a:p>
            <a:r>
              <a:rPr lang="en-US" sz="3000" dirty="0"/>
              <a:t>Brainstorming ideas for assignments</a:t>
            </a:r>
          </a:p>
          <a:p>
            <a:r>
              <a:rPr lang="en-US" sz="3000" dirty="0"/>
              <a:t>Help with exam preparation</a:t>
            </a:r>
          </a:p>
          <a:p>
            <a:endParaRPr lang="en-US" sz="3000" dirty="0"/>
          </a:p>
          <a:p>
            <a:pPr marL="0" indent="0">
              <a:buNone/>
            </a:pPr>
            <a:endParaRPr lang="en-US" sz="3000" dirty="0"/>
          </a:p>
        </p:txBody>
      </p:sp>
    </p:spTree>
    <p:extLst>
      <p:ext uri="{BB962C8B-B14F-4D97-AF65-F5344CB8AC3E}">
        <p14:creationId xmlns:p14="http://schemas.microsoft.com/office/powerpoint/2010/main" val="858950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10618-362D-225E-F5BA-06A92042C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CFEB6-F45A-0E09-A9F1-8A742116714F}"/>
              </a:ext>
            </a:extLst>
          </p:cNvPr>
          <p:cNvSpPr>
            <a:spLocks noGrp="1"/>
          </p:cNvSpPr>
          <p:nvPr>
            <p:ph type="title"/>
          </p:nvPr>
        </p:nvSpPr>
        <p:spPr/>
        <p:txBody>
          <a:bodyPr/>
          <a:lstStyle/>
          <a:p>
            <a:r>
              <a:rPr lang="en-US" dirty="0"/>
              <a:t>AI Concerns</a:t>
            </a:r>
          </a:p>
        </p:txBody>
      </p:sp>
      <p:sp>
        <p:nvSpPr>
          <p:cNvPr id="3" name="Text Placeholder 2">
            <a:extLst>
              <a:ext uri="{FF2B5EF4-FFF2-40B4-BE49-F238E27FC236}">
                <a16:creationId xmlns:a16="http://schemas.microsoft.com/office/drawing/2014/main" id="{EA5C184B-2906-EB55-EA68-5466AC30673E}"/>
              </a:ext>
            </a:extLst>
          </p:cNvPr>
          <p:cNvSpPr>
            <a:spLocks noGrp="1"/>
          </p:cNvSpPr>
          <p:nvPr>
            <p:ph type="body" sz="quarter" idx="16"/>
          </p:nvPr>
        </p:nvSpPr>
        <p:spPr/>
        <p:txBody>
          <a:bodyPr/>
          <a:lstStyle/>
          <a:p>
            <a:r>
              <a:rPr lang="en-US" dirty="0"/>
              <a:t>AI Survey results Summary</a:t>
            </a:r>
          </a:p>
        </p:txBody>
      </p:sp>
    </p:spTree>
    <p:extLst>
      <p:ext uri="{BB962C8B-B14F-4D97-AF65-F5344CB8AC3E}">
        <p14:creationId xmlns:p14="http://schemas.microsoft.com/office/powerpoint/2010/main" val="1504494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D5389-68FA-05AC-A78F-86AE91998DA8}"/>
              </a:ext>
            </a:extLst>
          </p:cNvPr>
          <p:cNvSpPr>
            <a:spLocks noGrp="1"/>
          </p:cNvSpPr>
          <p:nvPr>
            <p:ph type="title"/>
          </p:nvPr>
        </p:nvSpPr>
        <p:spPr>
          <a:xfrm>
            <a:off x="499176" y="588823"/>
            <a:ext cx="11189904" cy="723900"/>
          </a:xfrm>
        </p:spPr>
        <p:txBody>
          <a:bodyPr/>
          <a:lstStyle/>
          <a:p>
            <a:r>
              <a:rPr lang="en-US" dirty="0"/>
              <a:t>AI Concerns: Faculty</a:t>
            </a:r>
          </a:p>
        </p:txBody>
      </p:sp>
      <p:sp>
        <p:nvSpPr>
          <p:cNvPr id="3" name="Text Placeholder 2">
            <a:extLst>
              <a:ext uri="{FF2B5EF4-FFF2-40B4-BE49-F238E27FC236}">
                <a16:creationId xmlns:a16="http://schemas.microsoft.com/office/drawing/2014/main" id="{2653F735-1DEC-E60C-6B8C-6DC8DBC69E91}"/>
              </a:ext>
            </a:extLst>
          </p:cNvPr>
          <p:cNvSpPr>
            <a:spLocks noGrp="1"/>
          </p:cNvSpPr>
          <p:nvPr>
            <p:ph type="body" sz="quarter" idx="16"/>
          </p:nvPr>
        </p:nvSpPr>
        <p:spPr>
          <a:xfrm>
            <a:off x="513801" y="245917"/>
            <a:ext cx="11190288" cy="246221"/>
          </a:xfrm>
        </p:spPr>
        <p:txBody>
          <a:bodyPr/>
          <a:lstStyle/>
          <a:p>
            <a:r>
              <a:rPr lang="en-US" dirty="0"/>
              <a:t>ai survey results</a:t>
            </a:r>
          </a:p>
        </p:txBody>
      </p:sp>
      <p:sp>
        <p:nvSpPr>
          <p:cNvPr id="4" name="Content Placeholder 3">
            <a:extLst>
              <a:ext uri="{FF2B5EF4-FFF2-40B4-BE49-F238E27FC236}">
                <a16:creationId xmlns:a16="http://schemas.microsoft.com/office/drawing/2014/main" id="{83512321-FFC0-62FC-DCAC-252EA0334CE3}"/>
              </a:ext>
            </a:extLst>
          </p:cNvPr>
          <p:cNvSpPr>
            <a:spLocks noGrp="1"/>
          </p:cNvSpPr>
          <p:nvPr>
            <p:ph sz="quarter" idx="15"/>
          </p:nvPr>
        </p:nvSpPr>
        <p:spPr>
          <a:xfrm>
            <a:off x="499175" y="1541682"/>
            <a:ext cx="11189905" cy="3533182"/>
          </a:xfrm>
        </p:spPr>
        <p:txBody>
          <a:bodyPr/>
          <a:lstStyle/>
          <a:p>
            <a:pPr marL="514350" indent="-514350">
              <a:buFont typeface="+mj-lt"/>
              <a:buAutoNum type="arabicPeriod"/>
            </a:pPr>
            <a:r>
              <a:rPr lang="en-US" sz="3200" dirty="0"/>
              <a:t>Atrophy of critical thinking skills, creativity, human perspective</a:t>
            </a:r>
          </a:p>
          <a:p>
            <a:pPr marL="514350" indent="-514350">
              <a:buFont typeface="+mj-lt"/>
              <a:buAutoNum type="arabicPeriod"/>
            </a:pPr>
            <a:r>
              <a:rPr lang="en-US" sz="3200" dirty="0"/>
              <a:t>Inaccuracy and bias of AI output</a:t>
            </a:r>
          </a:p>
          <a:p>
            <a:pPr marL="514350" indent="-514350">
              <a:buFont typeface="+mj-lt"/>
              <a:buAutoNum type="arabicPeriod"/>
            </a:pPr>
            <a:r>
              <a:rPr lang="en-US" sz="3200" dirty="0"/>
              <a:t>Academic dishonesty and learning assessment</a:t>
            </a:r>
          </a:p>
          <a:p>
            <a:pPr marL="0" indent="0">
              <a:buNone/>
            </a:pPr>
            <a:endParaRPr lang="en-US" sz="700" dirty="0"/>
          </a:p>
          <a:p>
            <a:pPr lvl="1"/>
            <a:r>
              <a:rPr lang="en-US" sz="2600" dirty="0"/>
              <a:t>75% agreed with the statement “I worry that some students in my courses may be using AI in violation of the Honor Code.”</a:t>
            </a:r>
          </a:p>
          <a:p>
            <a:pPr lvl="1"/>
            <a:r>
              <a:rPr lang="en-US" sz="2600" dirty="0"/>
              <a:t>80% said that they are reconsidering assessment strategies for at least one course.</a:t>
            </a:r>
          </a:p>
          <a:p>
            <a:pPr lvl="1"/>
            <a:r>
              <a:rPr lang="en-US" sz="2600" dirty="0"/>
              <a:t>Roughly one-third of faculty do not feel confident about their ability to revise existing assessments or develop new ones that are effective in the AI era. </a:t>
            </a:r>
          </a:p>
          <a:p>
            <a:pPr marL="514350" indent="-514350">
              <a:buFont typeface="+mj-lt"/>
              <a:buAutoNum type="arabicPeriod"/>
            </a:pPr>
            <a:endParaRPr lang="en-US" sz="3200" dirty="0"/>
          </a:p>
        </p:txBody>
      </p:sp>
    </p:spTree>
    <p:extLst>
      <p:ext uri="{BB962C8B-B14F-4D97-AF65-F5344CB8AC3E}">
        <p14:creationId xmlns:p14="http://schemas.microsoft.com/office/powerpoint/2010/main" val="3221435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46B5-93BB-17DF-80D5-CCA18E20B9ED}"/>
              </a:ext>
            </a:extLst>
          </p:cNvPr>
          <p:cNvSpPr>
            <a:spLocks noGrp="1"/>
          </p:cNvSpPr>
          <p:nvPr>
            <p:ph type="title"/>
          </p:nvPr>
        </p:nvSpPr>
        <p:spPr>
          <a:xfrm>
            <a:off x="499176" y="793551"/>
            <a:ext cx="11189904" cy="723900"/>
          </a:xfrm>
        </p:spPr>
        <p:txBody>
          <a:bodyPr/>
          <a:lstStyle/>
          <a:p>
            <a:r>
              <a:rPr lang="en-US" dirty="0"/>
              <a:t>Instructor Comments on AI Concerns</a:t>
            </a:r>
          </a:p>
        </p:txBody>
      </p:sp>
      <p:sp>
        <p:nvSpPr>
          <p:cNvPr id="3" name="Text Placeholder 2">
            <a:extLst>
              <a:ext uri="{FF2B5EF4-FFF2-40B4-BE49-F238E27FC236}">
                <a16:creationId xmlns:a16="http://schemas.microsoft.com/office/drawing/2014/main" id="{39FFE118-D154-9606-454D-580EDF4C6494}"/>
              </a:ext>
            </a:extLst>
          </p:cNvPr>
          <p:cNvSpPr>
            <a:spLocks noGrp="1"/>
          </p:cNvSpPr>
          <p:nvPr>
            <p:ph type="body" sz="quarter" idx="16"/>
          </p:nvPr>
        </p:nvSpPr>
        <p:spPr>
          <a:xfrm>
            <a:off x="513801" y="428611"/>
            <a:ext cx="11190288" cy="246221"/>
          </a:xfrm>
        </p:spPr>
        <p:txBody>
          <a:bodyPr/>
          <a:lstStyle/>
          <a:p>
            <a:r>
              <a:rPr lang="en-US" dirty="0"/>
              <a:t>Ai survey results</a:t>
            </a:r>
          </a:p>
        </p:txBody>
      </p:sp>
      <p:sp>
        <p:nvSpPr>
          <p:cNvPr id="4" name="Content Placeholder 3">
            <a:extLst>
              <a:ext uri="{FF2B5EF4-FFF2-40B4-BE49-F238E27FC236}">
                <a16:creationId xmlns:a16="http://schemas.microsoft.com/office/drawing/2014/main" id="{861326FB-E468-FF68-D74F-60726D06A546}"/>
              </a:ext>
            </a:extLst>
          </p:cNvPr>
          <p:cNvSpPr>
            <a:spLocks noGrp="1"/>
          </p:cNvSpPr>
          <p:nvPr>
            <p:ph sz="quarter" idx="15"/>
          </p:nvPr>
        </p:nvSpPr>
        <p:spPr>
          <a:xfrm>
            <a:off x="499175" y="1680238"/>
            <a:ext cx="11189905" cy="3533182"/>
          </a:xfrm>
        </p:spPr>
        <p:txBody>
          <a:bodyPr/>
          <a:lstStyle/>
          <a:p>
            <a:pPr marL="0" indent="0">
              <a:buNone/>
            </a:pPr>
            <a:r>
              <a:rPr lang="en-US" sz="2600" dirty="0"/>
              <a:t>“I think that students can, with proper guidance and oversight, use these tools in ways that are very helpful, but they can also use these tools in ways that frustrate or undermine sound pedagogical aims.”  </a:t>
            </a:r>
            <a:r>
              <a:rPr lang="en-US" sz="2200" b="1" dirty="0"/>
              <a:t>-Assistant Professor, Humanities</a:t>
            </a:r>
          </a:p>
          <a:p>
            <a:pPr marL="0" indent="0">
              <a:buNone/>
            </a:pPr>
            <a:endParaRPr lang="en-US" sz="1050" dirty="0"/>
          </a:p>
          <a:p>
            <a:pPr marL="0" indent="0">
              <a:buNone/>
            </a:pPr>
            <a:r>
              <a:rPr lang="en-US" sz="2600" dirty="0"/>
              <a:t>“I received one assignment that was clearly written by AI and I had a meeting with the student about it and they just denied it. There was nothing I could do about it, as far as I know.” </a:t>
            </a:r>
            <a:r>
              <a:rPr lang="en-US" sz="2200" b="1" dirty="0"/>
              <a:t>–Professor, Arts and Sciences</a:t>
            </a:r>
          </a:p>
          <a:p>
            <a:pPr marL="0" indent="0">
              <a:buNone/>
            </a:pPr>
            <a:endParaRPr lang="en-US" sz="500" b="1" dirty="0">
              <a:ea typeface="Calibri"/>
              <a:cs typeface="Calibri"/>
            </a:endParaRPr>
          </a:p>
          <a:p>
            <a:pPr marL="0" indent="0">
              <a:buNone/>
            </a:pPr>
            <a:r>
              <a:rPr lang="en-US" sz="2600" dirty="0"/>
              <a:t>“I survey my students at the end of the semester to assess gen AI usage. I am deeply concerned about how pervasive it has become. My teaching highly emphasizes critical and independent thinking, which I believe is greatly inhibited by gen AI use.” </a:t>
            </a:r>
            <a:r>
              <a:rPr lang="en-US" sz="2200" b="1" dirty="0"/>
              <a:t>-PhD student, Natural Sciences</a:t>
            </a:r>
            <a:endParaRPr lang="en-US" sz="2200" dirty="0"/>
          </a:p>
          <a:p>
            <a:endParaRPr lang="en-US" dirty="0"/>
          </a:p>
        </p:txBody>
      </p:sp>
    </p:spTree>
    <p:extLst>
      <p:ext uri="{BB962C8B-B14F-4D97-AF65-F5344CB8AC3E}">
        <p14:creationId xmlns:p14="http://schemas.microsoft.com/office/powerpoint/2010/main" val="3441043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AAEC2-3084-D4D6-8003-4B32B9063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E4FE1-BBFB-DFF1-209B-127B0E996FF6}"/>
              </a:ext>
            </a:extLst>
          </p:cNvPr>
          <p:cNvSpPr>
            <a:spLocks noGrp="1"/>
          </p:cNvSpPr>
          <p:nvPr>
            <p:ph type="title"/>
          </p:nvPr>
        </p:nvSpPr>
        <p:spPr>
          <a:xfrm>
            <a:off x="499176" y="588823"/>
            <a:ext cx="11189904" cy="723900"/>
          </a:xfrm>
        </p:spPr>
        <p:txBody>
          <a:bodyPr/>
          <a:lstStyle/>
          <a:p>
            <a:r>
              <a:rPr lang="en-US" dirty="0"/>
              <a:t>AI Concerns: Staff</a:t>
            </a:r>
          </a:p>
        </p:txBody>
      </p:sp>
      <p:sp>
        <p:nvSpPr>
          <p:cNvPr id="3" name="Text Placeholder 2">
            <a:extLst>
              <a:ext uri="{FF2B5EF4-FFF2-40B4-BE49-F238E27FC236}">
                <a16:creationId xmlns:a16="http://schemas.microsoft.com/office/drawing/2014/main" id="{9FA6B70C-0A6A-4E0C-8BC8-7D1E17BEDD2C}"/>
              </a:ext>
            </a:extLst>
          </p:cNvPr>
          <p:cNvSpPr>
            <a:spLocks noGrp="1"/>
          </p:cNvSpPr>
          <p:nvPr>
            <p:ph type="body" sz="quarter" idx="16"/>
          </p:nvPr>
        </p:nvSpPr>
        <p:spPr>
          <a:xfrm>
            <a:off x="513801" y="245917"/>
            <a:ext cx="11190288" cy="246221"/>
          </a:xfrm>
        </p:spPr>
        <p:txBody>
          <a:bodyPr/>
          <a:lstStyle/>
          <a:p>
            <a:r>
              <a:rPr lang="en-US" dirty="0"/>
              <a:t>ai survey results</a:t>
            </a:r>
          </a:p>
        </p:txBody>
      </p:sp>
      <p:sp>
        <p:nvSpPr>
          <p:cNvPr id="4" name="Content Placeholder 3">
            <a:extLst>
              <a:ext uri="{FF2B5EF4-FFF2-40B4-BE49-F238E27FC236}">
                <a16:creationId xmlns:a16="http://schemas.microsoft.com/office/drawing/2014/main" id="{2638BAAA-79FC-8A45-7118-3224FC1BA2CD}"/>
              </a:ext>
            </a:extLst>
          </p:cNvPr>
          <p:cNvSpPr>
            <a:spLocks noGrp="1"/>
          </p:cNvSpPr>
          <p:nvPr>
            <p:ph sz="quarter" idx="15"/>
          </p:nvPr>
        </p:nvSpPr>
        <p:spPr>
          <a:xfrm>
            <a:off x="499175" y="1662409"/>
            <a:ext cx="11189905" cy="3533182"/>
          </a:xfrm>
        </p:spPr>
        <p:txBody>
          <a:bodyPr/>
          <a:lstStyle/>
          <a:p>
            <a:pPr marL="514350" indent="-514350">
              <a:buFont typeface="+mj-lt"/>
              <a:buAutoNum type="arabicPeriod"/>
            </a:pPr>
            <a:r>
              <a:rPr lang="en-US" sz="3200" dirty="0"/>
              <a:t>Atrophy of critical thinking skills, creativity, human perspective</a:t>
            </a:r>
          </a:p>
          <a:p>
            <a:pPr marL="514350" indent="-514350">
              <a:buFont typeface="+mj-lt"/>
              <a:buAutoNum type="arabicPeriod"/>
            </a:pPr>
            <a:r>
              <a:rPr lang="en-US" sz="3200" dirty="0"/>
              <a:t>Inaccuracy and bias of AI output</a:t>
            </a:r>
          </a:p>
          <a:p>
            <a:pPr marL="514350" indent="-514350">
              <a:buFont typeface="+mj-lt"/>
              <a:buAutoNum type="arabicPeriod"/>
            </a:pPr>
            <a:r>
              <a:rPr lang="en-US" sz="3200" dirty="0"/>
              <a:t>Job loss</a:t>
            </a:r>
          </a:p>
          <a:p>
            <a:pPr marL="514350" indent="-514350">
              <a:buFont typeface="+mj-lt"/>
              <a:buAutoNum type="arabicPeriod"/>
            </a:pPr>
            <a:r>
              <a:rPr lang="en-US" sz="3200" dirty="0"/>
              <a:t>Environmental impacts</a:t>
            </a:r>
          </a:p>
          <a:p>
            <a:pPr marL="514350" indent="-514350">
              <a:buFont typeface="+mj-lt"/>
              <a:buAutoNum type="arabicPeriod"/>
            </a:pPr>
            <a:r>
              <a:rPr lang="en-US" sz="3200" dirty="0"/>
              <a:t>Unethical use</a:t>
            </a:r>
          </a:p>
          <a:p>
            <a:pPr marL="514350" indent="-514350">
              <a:buFont typeface="+mj-lt"/>
              <a:buAutoNum type="arabicPeriod"/>
            </a:pPr>
            <a:r>
              <a:rPr lang="en-US" sz="3200" dirty="0"/>
              <a:t>Erosion of intellectual property rights</a:t>
            </a:r>
          </a:p>
          <a:p>
            <a:pPr marL="514350" indent="-514350">
              <a:buFont typeface="+mj-lt"/>
              <a:buAutoNum type="arabicPeriod"/>
            </a:pPr>
            <a:r>
              <a:rPr lang="en-US" sz="3200" dirty="0"/>
              <a:t>Privacy</a:t>
            </a:r>
          </a:p>
        </p:txBody>
      </p:sp>
    </p:spTree>
    <p:extLst>
      <p:ext uri="{BB962C8B-B14F-4D97-AF65-F5344CB8AC3E}">
        <p14:creationId xmlns:p14="http://schemas.microsoft.com/office/powerpoint/2010/main" val="377527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21AD2-BB9A-58D6-8420-C64BA7311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20CA58-90BD-B011-DD28-B24F2F88E94E}"/>
              </a:ext>
            </a:extLst>
          </p:cNvPr>
          <p:cNvSpPr>
            <a:spLocks noGrp="1"/>
          </p:cNvSpPr>
          <p:nvPr>
            <p:ph type="title"/>
          </p:nvPr>
        </p:nvSpPr>
        <p:spPr>
          <a:xfrm>
            <a:off x="499176" y="550723"/>
            <a:ext cx="11440576" cy="819036"/>
          </a:xfrm>
        </p:spPr>
        <p:txBody>
          <a:bodyPr/>
          <a:lstStyle/>
          <a:p>
            <a:r>
              <a:rPr lang="en-US"/>
              <a:t>Staff Comments on AI Concerns</a:t>
            </a:r>
            <a:br>
              <a:rPr lang="en-US"/>
            </a:br>
            <a:br>
              <a:rPr lang="en-US"/>
            </a:br>
            <a:endParaRPr lang="en-US"/>
          </a:p>
        </p:txBody>
      </p:sp>
      <p:sp>
        <p:nvSpPr>
          <p:cNvPr id="3" name="Text Placeholder 2">
            <a:extLst>
              <a:ext uri="{FF2B5EF4-FFF2-40B4-BE49-F238E27FC236}">
                <a16:creationId xmlns:a16="http://schemas.microsoft.com/office/drawing/2014/main" id="{CEBD4179-BC9B-CDDE-0442-D8FD2FE42040}"/>
              </a:ext>
            </a:extLst>
          </p:cNvPr>
          <p:cNvSpPr>
            <a:spLocks noGrp="1"/>
          </p:cNvSpPr>
          <p:nvPr>
            <p:ph type="body" sz="quarter" idx="16"/>
          </p:nvPr>
        </p:nvSpPr>
        <p:spPr>
          <a:xfrm>
            <a:off x="513801" y="188767"/>
            <a:ext cx="11190288" cy="107959"/>
          </a:xfrm>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04368E51-EDA2-0C54-BBA9-D39FBE42586A}"/>
              </a:ext>
            </a:extLst>
          </p:cNvPr>
          <p:cNvSpPr txBox="1"/>
          <p:nvPr/>
        </p:nvSpPr>
        <p:spPr>
          <a:xfrm>
            <a:off x="499176" y="1444764"/>
            <a:ext cx="10999142" cy="4893647"/>
          </a:xfrm>
          <a:prstGeom prst="rect">
            <a:avLst/>
          </a:prstGeom>
          <a:noFill/>
        </p:spPr>
        <p:txBody>
          <a:bodyPr wrap="square">
            <a:spAutoFit/>
          </a:bodyPr>
          <a:lstStyle/>
          <a:p>
            <a:r>
              <a:rPr lang="en-US" sz="2800" dirty="0">
                <a:solidFill>
                  <a:srgbClr val="1B1B1B"/>
                </a:solidFill>
                <a:latin typeface="Tableau Medium"/>
              </a:rPr>
              <a:t>“It seems to me that Generative AI speeds production but robs us of opportunities to think deeply and digest material on our own.” </a:t>
            </a:r>
            <a:br>
              <a:rPr lang="en-US" sz="2800" dirty="0">
                <a:solidFill>
                  <a:srgbClr val="1B1B1B"/>
                </a:solidFill>
                <a:latin typeface="Tableau Medium"/>
              </a:rPr>
            </a:br>
            <a:r>
              <a:rPr lang="en-US" sz="2000" b="1" dirty="0">
                <a:solidFill>
                  <a:srgbClr val="1B1B1B"/>
                </a:solidFill>
                <a:latin typeface="Tableau Medium"/>
              </a:rPr>
              <a:t>–Clinical Research Specialist</a:t>
            </a:r>
            <a:endParaRPr lang="en-US" sz="2800" b="1" dirty="0">
              <a:solidFill>
                <a:srgbClr val="1B1B1B"/>
              </a:solidFill>
              <a:latin typeface="Tableau Medium"/>
            </a:endParaRPr>
          </a:p>
          <a:p>
            <a:endParaRPr lang="en-US" sz="2800" dirty="0">
              <a:solidFill>
                <a:srgbClr val="1B1B1B"/>
              </a:solidFill>
              <a:latin typeface="Tableau Medium"/>
            </a:endParaRPr>
          </a:p>
          <a:p>
            <a:r>
              <a:rPr lang="en-US" sz="2800" dirty="0">
                <a:solidFill>
                  <a:srgbClr val="1B1B1B"/>
                </a:solidFill>
                <a:latin typeface="Tableau Medium"/>
              </a:rPr>
              <a:t>“I do not trust the content generated.” </a:t>
            </a:r>
            <a:r>
              <a:rPr lang="en-US" sz="2000" b="1" dirty="0">
                <a:solidFill>
                  <a:srgbClr val="1B1B1B"/>
                </a:solidFill>
                <a:latin typeface="Tableau Medium"/>
              </a:rPr>
              <a:t>-University Program Associate</a:t>
            </a:r>
          </a:p>
          <a:p>
            <a:endParaRPr lang="en-US" sz="2800" dirty="0">
              <a:solidFill>
                <a:srgbClr val="1B1B1B"/>
              </a:solidFill>
              <a:latin typeface="Tableau Medium"/>
            </a:endParaRPr>
          </a:p>
          <a:p>
            <a:r>
              <a:rPr lang="en-US" sz="2800" dirty="0">
                <a:solidFill>
                  <a:srgbClr val="1B1B1B"/>
                </a:solidFill>
                <a:latin typeface="Tableau Medium"/>
              </a:rPr>
              <a:t>“The environmental impact alone is a disqualifier to me adopting it in any capacity.” </a:t>
            </a:r>
            <a:r>
              <a:rPr lang="en-US" sz="2000" b="1" dirty="0">
                <a:solidFill>
                  <a:srgbClr val="1B1B1B"/>
                </a:solidFill>
                <a:latin typeface="Tableau Medium"/>
              </a:rPr>
              <a:t>–Administrative Support</a:t>
            </a:r>
          </a:p>
          <a:p>
            <a:endParaRPr lang="en-US" sz="2800" dirty="0">
              <a:solidFill>
                <a:srgbClr val="1B1B1B"/>
              </a:solidFill>
              <a:latin typeface="Tableau Medium"/>
            </a:endParaRPr>
          </a:p>
          <a:p>
            <a:r>
              <a:rPr lang="en-US" sz="2800" dirty="0">
                <a:solidFill>
                  <a:srgbClr val="1B1B1B"/>
                </a:solidFill>
                <a:latin typeface="Tableau Medium"/>
              </a:rPr>
              <a:t>“I am worried about getting "</a:t>
            </a:r>
            <a:r>
              <a:rPr lang="en-US" sz="2800" dirty="0" err="1">
                <a:solidFill>
                  <a:srgbClr val="1B1B1B"/>
                </a:solidFill>
                <a:latin typeface="Tableau Medium"/>
              </a:rPr>
              <a:t>AI'd</a:t>
            </a:r>
            <a:r>
              <a:rPr lang="en-US" sz="2800" dirty="0">
                <a:solidFill>
                  <a:srgbClr val="1B1B1B"/>
                </a:solidFill>
                <a:latin typeface="Tableau Medium"/>
              </a:rPr>
              <a:t>" out of my job.” </a:t>
            </a:r>
            <a:r>
              <a:rPr lang="en-US" sz="2000" b="1" dirty="0">
                <a:solidFill>
                  <a:srgbClr val="1B1B1B"/>
                </a:solidFill>
                <a:latin typeface="Tableau Medium"/>
              </a:rPr>
              <a:t>–Human Resources Specialist</a:t>
            </a:r>
            <a:endParaRPr lang="en-US" sz="2800" b="1" dirty="0">
              <a:solidFill>
                <a:srgbClr val="1B1B1B"/>
              </a:solidFill>
              <a:latin typeface="Tableau Medium"/>
            </a:endParaRPr>
          </a:p>
          <a:p>
            <a:endParaRPr lang="en-US" sz="3200" b="0" i="0" dirty="0">
              <a:solidFill>
                <a:srgbClr val="1B1B1B"/>
              </a:solidFill>
              <a:effectLst/>
              <a:latin typeface="Tableau Medium"/>
            </a:endParaRPr>
          </a:p>
        </p:txBody>
      </p:sp>
    </p:spTree>
    <p:extLst>
      <p:ext uri="{BB962C8B-B14F-4D97-AF65-F5344CB8AC3E}">
        <p14:creationId xmlns:p14="http://schemas.microsoft.com/office/powerpoint/2010/main" val="3549105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723FC-D105-73E6-E911-711189421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DF9AA-66FA-C4DF-4722-86813F61A6D8}"/>
              </a:ext>
            </a:extLst>
          </p:cNvPr>
          <p:cNvSpPr>
            <a:spLocks noGrp="1"/>
          </p:cNvSpPr>
          <p:nvPr>
            <p:ph type="title"/>
          </p:nvPr>
        </p:nvSpPr>
        <p:spPr/>
        <p:txBody>
          <a:bodyPr/>
          <a:lstStyle/>
          <a:p>
            <a:r>
              <a:rPr lang="en-US" dirty="0"/>
              <a:t>AI Literacy</a:t>
            </a:r>
          </a:p>
        </p:txBody>
      </p:sp>
      <p:sp>
        <p:nvSpPr>
          <p:cNvPr id="3" name="Text Placeholder 2">
            <a:extLst>
              <a:ext uri="{FF2B5EF4-FFF2-40B4-BE49-F238E27FC236}">
                <a16:creationId xmlns:a16="http://schemas.microsoft.com/office/drawing/2014/main" id="{0019AB28-5154-F0DA-6D26-F168CE0E3B48}"/>
              </a:ext>
            </a:extLst>
          </p:cNvPr>
          <p:cNvSpPr>
            <a:spLocks noGrp="1"/>
          </p:cNvSpPr>
          <p:nvPr>
            <p:ph type="body" sz="quarter" idx="16"/>
          </p:nvPr>
        </p:nvSpPr>
        <p:spPr/>
        <p:txBody>
          <a:bodyPr/>
          <a:lstStyle/>
          <a:p>
            <a:r>
              <a:rPr lang="en-US" dirty="0"/>
              <a:t>AI Survey results Summary</a:t>
            </a:r>
          </a:p>
        </p:txBody>
      </p:sp>
    </p:spTree>
    <p:extLst>
      <p:ext uri="{BB962C8B-B14F-4D97-AF65-F5344CB8AC3E}">
        <p14:creationId xmlns:p14="http://schemas.microsoft.com/office/powerpoint/2010/main" val="1239917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68762-5E85-5DB9-AF7E-4531FC33A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3BA17-96F1-18D3-12C6-139E6665E3A7}"/>
              </a:ext>
            </a:extLst>
          </p:cNvPr>
          <p:cNvSpPr>
            <a:spLocks noGrp="1"/>
          </p:cNvSpPr>
          <p:nvPr>
            <p:ph type="title"/>
          </p:nvPr>
        </p:nvSpPr>
        <p:spPr/>
        <p:txBody>
          <a:bodyPr/>
          <a:lstStyle/>
          <a:p>
            <a:r>
              <a:rPr lang="en-US" dirty="0"/>
              <a:t>Faculty on Importance of Student AI Literacy</a:t>
            </a:r>
          </a:p>
        </p:txBody>
      </p:sp>
      <p:sp>
        <p:nvSpPr>
          <p:cNvPr id="3" name="Text Placeholder 2">
            <a:extLst>
              <a:ext uri="{FF2B5EF4-FFF2-40B4-BE49-F238E27FC236}">
                <a16:creationId xmlns:a16="http://schemas.microsoft.com/office/drawing/2014/main" id="{E121ABEC-979A-AB3F-E772-E216CB01DDD7}"/>
              </a:ext>
            </a:extLst>
          </p:cNvPr>
          <p:cNvSpPr>
            <a:spLocks noGrp="1"/>
          </p:cNvSpPr>
          <p:nvPr>
            <p:ph type="body" sz="quarter" idx="16"/>
          </p:nvPr>
        </p:nvSpPr>
        <p:spPr/>
        <p:txBody>
          <a:bodyPr/>
          <a:lstStyle/>
          <a:p>
            <a:r>
              <a:rPr lang="en-US" dirty="0"/>
              <a:t>AI survey results</a:t>
            </a:r>
          </a:p>
          <a:p>
            <a:endParaRPr lang="en-US" dirty="0"/>
          </a:p>
        </p:txBody>
      </p:sp>
      <p:sp>
        <p:nvSpPr>
          <p:cNvPr id="4" name="Content Placeholder 3">
            <a:extLst>
              <a:ext uri="{FF2B5EF4-FFF2-40B4-BE49-F238E27FC236}">
                <a16:creationId xmlns:a16="http://schemas.microsoft.com/office/drawing/2014/main" id="{9354091D-6880-D1F1-0EE2-58AA0B5D1E40}"/>
              </a:ext>
            </a:extLst>
          </p:cNvPr>
          <p:cNvSpPr>
            <a:spLocks noGrp="1"/>
          </p:cNvSpPr>
          <p:nvPr>
            <p:ph sz="quarter" idx="15"/>
          </p:nvPr>
        </p:nvSpPr>
        <p:spPr>
          <a:xfrm>
            <a:off x="653874" y="1790408"/>
            <a:ext cx="11189905" cy="3533182"/>
          </a:xfrm>
        </p:spPr>
        <p:txBody>
          <a:bodyPr/>
          <a:lstStyle/>
          <a:p>
            <a:pPr>
              <a:buFont typeface="Wingdings" panose="05000000000000000000" pitchFamily="2" charset="2"/>
              <a:buChar char="§"/>
            </a:pPr>
            <a:r>
              <a:rPr lang="en-US" sz="3200" b="1" dirty="0">
                <a:solidFill>
                  <a:srgbClr val="1B1B1B"/>
                </a:solidFill>
                <a:latin typeface="Tableau Medium"/>
              </a:rPr>
              <a:t>94.5%</a:t>
            </a:r>
            <a:r>
              <a:rPr lang="en-US" sz="3200" dirty="0">
                <a:solidFill>
                  <a:srgbClr val="1B1B1B"/>
                </a:solidFill>
                <a:latin typeface="Tableau Medium"/>
              </a:rPr>
              <a:t> </a:t>
            </a:r>
            <a:r>
              <a:rPr lang="en-US" sz="3200" i="1" dirty="0">
                <a:solidFill>
                  <a:srgbClr val="1B1B1B"/>
                </a:solidFill>
                <a:latin typeface="Tableau Medium"/>
              </a:rPr>
              <a:t>agreed</a:t>
            </a:r>
            <a:r>
              <a:rPr lang="en-US" sz="3200" dirty="0">
                <a:solidFill>
                  <a:srgbClr val="1B1B1B"/>
                </a:solidFill>
                <a:latin typeface="Tableau Medium"/>
              </a:rPr>
              <a:t> that “</a:t>
            </a:r>
            <a:r>
              <a:rPr lang="en-US" sz="3200" b="0" i="0" dirty="0">
                <a:solidFill>
                  <a:srgbClr val="1B1B1B"/>
                </a:solidFill>
                <a:effectLst/>
                <a:latin typeface="Tableau Medium"/>
              </a:rPr>
              <a:t>It is important that UNC graduates be prepared to use AI tools effectively, ethically, and critically</a:t>
            </a:r>
            <a:r>
              <a:rPr lang="en-US" sz="3200" dirty="0">
                <a:solidFill>
                  <a:srgbClr val="1B1B1B"/>
                </a:solidFill>
                <a:latin typeface="Tableau Medium"/>
              </a:rPr>
              <a:t>.”</a:t>
            </a:r>
            <a:endParaRPr lang="en-US" sz="3200" dirty="0"/>
          </a:p>
          <a:p>
            <a:pPr>
              <a:buFont typeface="Wingdings" panose="05000000000000000000" pitchFamily="2" charset="2"/>
              <a:buChar char="§"/>
            </a:pPr>
            <a:r>
              <a:rPr lang="en-US" sz="3200" b="1" i="0" dirty="0">
                <a:solidFill>
                  <a:srgbClr val="1B1B1B"/>
                </a:solidFill>
                <a:effectLst/>
                <a:latin typeface="Tableau Medium"/>
              </a:rPr>
              <a:t>90.9%</a:t>
            </a:r>
            <a:r>
              <a:rPr lang="en-US" sz="3200" b="0" i="0" dirty="0">
                <a:solidFill>
                  <a:srgbClr val="1B1B1B"/>
                </a:solidFill>
                <a:effectLst/>
                <a:latin typeface="Tableau Medium"/>
              </a:rPr>
              <a:t> </a:t>
            </a:r>
            <a:r>
              <a:rPr lang="en-US" sz="3200" b="0" i="1" dirty="0">
                <a:solidFill>
                  <a:srgbClr val="1B1B1B"/>
                </a:solidFill>
                <a:effectLst/>
                <a:latin typeface="Tableau Medium"/>
              </a:rPr>
              <a:t>agreed</a:t>
            </a:r>
            <a:r>
              <a:rPr lang="en-US" sz="3200" b="0" i="0" dirty="0">
                <a:solidFill>
                  <a:srgbClr val="1B1B1B"/>
                </a:solidFill>
                <a:effectLst/>
                <a:latin typeface="Tableau Medium"/>
              </a:rPr>
              <a:t> that </a:t>
            </a:r>
            <a:r>
              <a:rPr lang="en-US" sz="3200" dirty="0">
                <a:solidFill>
                  <a:srgbClr val="1B1B1B"/>
                </a:solidFill>
                <a:latin typeface="Tableau Medium"/>
              </a:rPr>
              <a:t>“</a:t>
            </a:r>
            <a:r>
              <a:rPr lang="en-US" sz="3200" b="0" i="0" dirty="0">
                <a:solidFill>
                  <a:srgbClr val="1B1B1B"/>
                </a:solidFill>
                <a:effectLst/>
                <a:latin typeface="Tableau Medium"/>
              </a:rPr>
              <a:t>It is important that students be able to use AI tools effectively, ethically, and critically during their academic careers at UNC.”</a:t>
            </a:r>
          </a:p>
          <a:p>
            <a:pPr>
              <a:buFont typeface="Wingdings" panose="05000000000000000000" pitchFamily="2" charset="2"/>
              <a:buChar char="§"/>
            </a:pPr>
            <a:r>
              <a:rPr lang="en-US" sz="3200" b="1" dirty="0">
                <a:solidFill>
                  <a:srgbClr val="1B1B1B"/>
                </a:solidFill>
                <a:latin typeface="Tableau Medium"/>
              </a:rPr>
              <a:t>75%</a:t>
            </a:r>
            <a:r>
              <a:rPr lang="en-US" sz="3200" dirty="0">
                <a:solidFill>
                  <a:srgbClr val="1B1B1B"/>
                </a:solidFill>
                <a:latin typeface="Tableau Medium"/>
              </a:rPr>
              <a:t> </a:t>
            </a:r>
            <a:r>
              <a:rPr lang="en-US" sz="3200" i="1" dirty="0">
                <a:solidFill>
                  <a:srgbClr val="1B1B1B"/>
                </a:solidFill>
                <a:latin typeface="Tableau Medium"/>
              </a:rPr>
              <a:t>agreed</a:t>
            </a:r>
            <a:r>
              <a:rPr lang="en-US" sz="3200" dirty="0">
                <a:solidFill>
                  <a:srgbClr val="1B1B1B"/>
                </a:solidFill>
                <a:latin typeface="Tableau Medium"/>
              </a:rPr>
              <a:t> that “</a:t>
            </a:r>
            <a:r>
              <a:rPr lang="en-US" sz="3200" b="0" i="0" dirty="0">
                <a:solidFill>
                  <a:srgbClr val="1B1B1B"/>
                </a:solidFill>
                <a:effectLst/>
                <a:latin typeface="Tableau Medium"/>
              </a:rPr>
              <a:t>It is the responsibility of faculty to ensure students develop skills to use AI effectively, ethically, and critically.”</a:t>
            </a:r>
          </a:p>
        </p:txBody>
      </p:sp>
    </p:spTree>
    <p:extLst>
      <p:ext uri="{BB962C8B-B14F-4D97-AF65-F5344CB8AC3E}">
        <p14:creationId xmlns:p14="http://schemas.microsoft.com/office/powerpoint/2010/main" val="1642508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3E052-9D09-E6B8-CDD4-B5722A3C9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173DC-544C-43A9-E95F-61DFD2032086}"/>
              </a:ext>
            </a:extLst>
          </p:cNvPr>
          <p:cNvSpPr>
            <a:spLocks noGrp="1"/>
          </p:cNvSpPr>
          <p:nvPr>
            <p:ph type="title"/>
          </p:nvPr>
        </p:nvSpPr>
        <p:spPr/>
        <p:txBody>
          <a:bodyPr/>
          <a:lstStyle/>
          <a:p>
            <a:r>
              <a:rPr lang="en-US" sz="4000">
                <a:solidFill>
                  <a:srgbClr val="1B1B1B"/>
                </a:solidFill>
                <a:latin typeface="Tableau Medium"/>
              </a:rPr>
              <a:t>“</a:t>
            </a:r>
            <a:r>
              <a:rPr lang="en-US" sz="4000" b="0" i="0">
                <a:solidFill>
                  <a:srgbClr val="1B1B1B"/>
                </a:solidFill>
                <a:effectLst/>
                <a:latin typeface="Tableau Medium"/>
              </a:rPr>
              <a:t>It is the responsibility of faculty to ensure students develop skills to use AI effectively, ethically, and critically.”</a:t>
            </a:r>
            <a:br>
              <a:rPr lang="en-US" sz="4000" b="0" i="0">
                <a:solidFill>
                  <a:srgbClr val="1B1B1B"/>
                </a:solidFill>
                <a:effectLst/>
                <a:latin typeface="Tableau Medium"/>
              </a:rPr>
            </a:br>
            <a:endParaRPr lang="en-US"/>
          </a:p>
        </p:txBody>
      </p:sp>
      <p:sp>
        <p:nvSpPr>
          <p:cNvPr id="3" name="Text Placeholder 2">
            <a:extLst>
              <a:ext uri="{FF2B5EF4-FFF2-40B4-BE49-F238E27FC236}">
                <a16:creationId xmlns:a16="http://schemas.microsoft.com/office/drawing/2014/main" id="{B825E376-319A-8182-BF87-9005A47127EE}"/>
              </a:ext>
            </a:extLst>
          </p:cNvPr>
          <p:cNvSpPr>
            <a:spLocks noGrp="1"/>
          </p:cNvSpPr>
          <p:nvPr>
            <p:ph type="body" sz="quarter" idx="16"/>
          </p:nvPr>
        </p:nvSpPr>
        <p:spPr/>
        <p:txBody>
          <a:bodyPr/>
          <a:lstStyle/>
          <a:p>
            <a:r>
              <a:rPr lang="en-US" dirty="0"/>
              <a:t>AI survey results</a:t>
            </a:r>
          </a:p>
        </p:txBody>
      </p:sp>
      <p:sp>
        <p:nvSpPr>
          <p:cNvPr id="4" name="Content Placeholder 3">
            <a:extLst>
              <a:ext uri="{FF2B5EF4-FFF2-40B4-BE49-F238E27FC236}">
                <a16:creationId xmlns:a16="http://schemas.microsoft.com/office/drawing/2014/main" id="{E7278623-0A50-2267-9A22-E7ABA18E4397}"/>
              </a:ext>
            </a:extLst>
          </p:cNvPr>
          <p:cNvSpPr>
            <a:spLocks noGrp="1"/>
          </p:cNvSpPr>
          <p:nvPr>
            <p:ph sz="quarter" idx="15"/>
          </p:nvPr>
        </p:nvSpPr>
        <p:spPr>
          <a:xfrm>
            <a:off x="667298" y="3085681"/>
            <a:ext cx="10602958" cy="3533182"/>
          </a:xfrm>
        </p:spPr>
        <p:txBody>
          <a:bodyPr/>
          <a:lstStyle/>
          <a:p>
            <a:pPr>
              <a:spcAft>
                <a:spcPts val="600"/>
              </a:spcAft>
            </a:pPr>
            <a:r>
              <a:rPr lang="en-US" sz="3200" b="1" dirty="0"/>
              <a:t>66.7% </a:t>
            </a:r>
            <a:r>
              <a:rPr lang="en-US" sz="3200" dirty="0"/>
              <a:t>of Teaching-track faculty </a:t>
            </a:r>
            <a:r>
              <a:rPr lang="en-US" sz="3200" i="1" dirty="0"/>
              <a:t>agreed</a:t>
            </a:r>
            <a:r>
              <a:rPr lang="en-US" sz="3200" dirty="0"/>
              <a:t> with this statement.</a:t>
            </a:r>
          </a:p>
          <a:p>
            <a:pPr>
              <a:spcAft>
                <a:spcPts val="600"/>
              </a:spcAft>
            </a:pPr>
            <a:r>
              <a:rPr lang="en-US" sz="3200" b="1" dirty="0"/>
              <a:t>70% </a:t>
            </a:r>
            <a:r>
              <a:rPr lang="en-US" sz="3200" dirty="0"/>
              <a:t>of Tenured/tenure-track faculty </a:t>
            </a:r>
            <a:r>
              <a:rPr lang="en-US" sz="3200" i="1" dirty="0"/>
              <a:t>agreed</a:t>
            </a:r>
            <a:r>
              <a:rPr lang="en-US" sz="3200" dirty="0"/>
              <a:t> with this statement.</a:t>
            </a:r>
          </a:p>
          <a:p>
            <a:pPr>
              <a:spcAft>
                <a:spcPts val="600"/>
              </a:spcAft>
            </a:pPr>
            <a:r>
              <a:rPr lang="en-US" sz="3200" b="1" dirty="0"/>
              <a:t>84% </a:t>
            </a:r>
            <a:r>
              <a:rPr lang="en-US" sz="3200" dirty="0"/>
              <a:t>of Clinical faculty </a:t>
            </a:r>
            <a:r>
              <a:rPr lang="en-US" sz="3200" i="1" dirty="0"/>
              <a:t>agreed</a:t>
            </a:r>
            <a:r>
              <a:rPr lang="en-US" sz="3200" dirty="0"/>
              <a:t> with this statement.</a:t>
            </a:r>
          </a:p>
          <a:p>
            <a:endParaRPr lang="en-US" dirty="0"/>
          </a:p>
        </p:txBody>
      </p:sp>
    </p:spTree>
    <p:extLst>
      <p:ext uri="{BB962C8B-B14F-4D97-AF65-F5344CB8AC3E}">
        <p14:creationId xmlns:p14="http://schemas.microsoft.com/office/powerpoint/2010/main" val="1494261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9BE2D-B47D-562F-C983-3FA9F92AB423}"/>
              </a:ext>
            </a:extLst>
          </p:cNvPr>
          <p:cNvSpPr>
            <a:spLocks noGrp="1"/>
          </p:cNvSpPr>
          <p:nvPr>
            <p:ph type="title"/>
          </p:nvPr>
        </p:nvSpPr>
        <p:spPr>
          <a:xfrm>
            <a:off x="499176" y="769798"/>
            <a:ext cx="11440576" cy="970867"/>
          </a:xfrm>
        </p:spPr>
        <p:txBody>
          <a:bodyPr/>
          <a:lstStyle/>
          <a:p>
            <a:r>
              <a:rPr lang="en-US" dirty="0"/>
              <a:t>AI Literacy: Staff on Importance of Developing AI Skills</a:t>
            </a:r>
            <a:br>
              <a:rPr lang="en-US" dirty="0"/>
            </a:br>
            <a:br>
              <a:rPr lang="en-US" dirty="0"/>
            </a:br>
            <a:endParaRPr lang="en-US" dirty="0"/>
          </a:p>
        </p:txBody>
      </p:sp>
      <p:sp>
        <p:nvSpPr>
          <p:cNvPr id="3" name="Text Placeholder 2">
            <a:extLst>
              <a:ext uri="{FF2B5EF4-FFF2-40B4-BE49-F238E27FC236}">
                <a16:creationId xmlns:a16="http://schemas.microsoft.com/office/drawing/2014/main" id="{F2452FC4-213C-AA7F-584E-FC7E227B9586}"/>
              </a:ext>
            </a:extLst>
          </p:cNvPr>
          <p:cNvSpPr>
            <a:spLocks noGrp="1"/>
          </p:cNvSpPr>
          <p:nvPr>
            <p:ph type="body" sz="quarter" idx="16"/>
          </p:nvPr>
        </p:nvSpPr>
        <p:spPr>
          <a:xfrm>
            <a:off x="513801" y="407842"/>
            <a:ext cx="11190288" cy="246221"/>
          </a:xfrm>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607C00D6-57E2-6A99-122E-EBE2C56E8449}"/>
              </a:ext>
            </a:extLst>
          </p:cNvPr>
          <p:cNvSpPr txBox="1"/>
          <p:nvPr/>
        </p:nvSpPr>
        <p:spPr>
          <a:xfrm>
            <a:off x="609374" y="1865059"/>
            <a:ext cx="10517662" cy="4339650"/>
          </a:xfrm>
          <a:prstGeom prst="rect">
            <a:avLst/>
          </a:prstGeom>
          <a:noFill/>
        </p:spPr>
        <p:txBody>
          <a:bodyPr wrap="square">
            <a:spAutoFit/>
          </a:bodyPr>
          <a:lstStyle/>
          <a:p>
            <a:pPr marL="457200" indent="-457200">
              <a:buFont typeface="Wingdings" panose="05000000000000000000" pitchFamily="2" charset="2"/>
              <a:buChar char="§"/>
            </a:pPr>
            <a:r>
              <a:rPr lang="en-US" sz="3200" b="1" dirty="0">
                <a:solidFill>
                  <a:srgbClr val="1B1B1B"/>
                </a:solidFill>
                <a:latin typeface="Tableau Medium"/>
              </a:rPr>
              <a:t>88% </a:t>
            </a:r>
            <a:r>
              <a:rPr lang="en-US" sz="3200" i="1" dirty="0">
                <a:solidFill>
                  <a:srgbClr val="1B1B1B"/>
                </a:solidFill>
                <a:latin typeface="Tableau Medium"/>
              </a:rPr>
              <a:t>agreed</a:t>
            </a:r>
            <a:r>
              <a:rPr lang="en-US" sz="3200" dirty="0">
                <a:solidFill>
                  <a:srgbClr val="1B1B1B"/>
                </a:solidFill>
                <a:latin typeface="Tableau Medium"/>
              </a:rPr>
              <a:t> that “It is important that University staff members be able to use GenAI tools effectively, ethically, and critically. </a:t>
            </a:r>
          </a:p>
          <a:p>
            <a:endParaRPr lang="en-US" dirty="0">
              <a:solidFill>
                <a:srgbClr val="1B1B1B"/>
              </a:solidFill>
              <a:latin typeface="Tableau Medium"/>
            </a:endParaRPr>
          </a:p>
          <a:p>
            <a:pPr marL="457200" indent="-457200">
              <a:buFont typeface="Wingdings" panose="05000000000000000000" pitchFamily="2" charset="2"/>
              <a:buChar char="§"/>
            </a:pPr>
            <a:r>
              <a:rPr lang="en-US" sz="3200" b="1" i="0" dirty="0">
                <a:solidFill>
                  <a:srgbClr val="1B1B1B"/>
                </a:solidFill>
                <a:effectLst/>
                <a:latin typeface="Tableau Medium"/>
              </a:rPr>
              <a:t>79% </a:t>
            </a:r>
            <a:r>
              <a:rPr lang="en-US" sz="3200" b="0" i="1" dirty="0">
                <a:solidFill>
                  <a:srgbClr val="1B1B1B"/>
                </a:solidFill>
                <a:effectLst/>
                <a:latin typeface="Tableau Medium"/>
              </a:rPr>
              <a:t>agreed </a:t>
            </a:r>
            <a:r>
              <a:rPr lang="en-US" sz="3200" b="0" i="0" dirty="0">
                <a:solidFill>
                  <a:srgbClr val="1B1B1B"/>
                </a:solidFill>
                <a:effectLst/>
                <a:latin typeface="Tableau Medium"/>
              </a:rPr>
              <a:t>that “developing well-rounded AI skills will make me more marketable throughout my career.”</a:t>
            </a:r>
          </a:p>
          <a:p>
            <a:endParaRPr lang="en-US" sz="3200" b="0" i="0" dirty="0">
              <a:solidFill>
                <a:srgbClr val="1B1B1B"/>
              </a:solidFill>
              <a:effectLst/>
              <a:latin typeface="Tableau Medium"/>
            </a:endParaRPr>
          </a:p>
          <a:p>
            <a:endParaRPr lang="en-US" sz="3200" b="0" i="0" dirty="0">
              <a:solidFill>
                <a:srgbClr val="1B1B1B"/>
              </a:solidFill>
              <a:effectLst/>
              <a:latin typeface="Tableau Medium"/>
            </a:endParaRPr>
          </a:p>
          <a:p>
            <a:pPr marL="457200" indent="-457200">
              <a:buFont typeface="Wingdings" panose="05000000000000000000" pitchFamily="2" charset="2"/>
              <a:buChar char="§"/>
            </a:pPr>
            <a:endParaRPr lang="en-US" sz="3200" b="0" i="0" dirty="0">
              <a:solidFill>
                <a:srgbClr val="1B1B1B"/>
              </a:solidFill>
              <a:effectLst/>
              <a:latin typeface="Tableau Medium"/>
            </a:endParaRPr>
          </a:p>
        </p:txBody>
      </p:sp>
    </p:spTree>
    <p:extLst>
      <p:ext uri="{BB962C8B-B14F-4D97-AF65-F5344CB8AC3E}">
        <p14:creationId xmlns:p14="http://schemas.microsoft.com/office/powerpoint/2010/main" val="3710236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22423-9940-6841-DE2F-016F6A39E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59504-8EF1-C0D0-554B-E502805B3516}"/>
              </a:ext>
            </a:extLst>
          </p:cNvPr>
          <p:cNvSpPr>
            <a:spLocks noGrp="1"/>
          </p:cNvSpPr>
          <p:nvPr>
            <p:ph type="title"/>
          </p:nvPr>
        </p:nvSpPr>
        <p:spPr>
          <a:xfrm>
            <a:off x="499176" y="550723"/>
            <a:ext cx="11440576" cy="819036"/>
          </a:xfrm>
        </p:spPr>
        <p:txBody>
          <a:bodyPr/>
          <a:lstStyle/>
          <a:p>
            <a:r>
              <a:rPr lang="en-US" dirty="0"/>
              <a:t>Comments on Importance of AI Literacy</a:t>
            </a:r>
            <a:br>
              <a:rPr lang="en-US" dirty="0"/>
            </a:br>
            <a:br>
              <a:rPr lang="en-US" dirty="0"/>
            </a:br>
            <a:endParaRPr lang="en-US" dirty="0"/>
          </a:p>
        </p:txBody>
      </p:sp>
      <p:sp>
        <p:nvSpPr>
          <p:cNvPr id="3" name="Text Placeholder 2">
            <a:extLst>
              <a:ext uri="{FF2B5EF4-FFF2-40B4-BE49-F238E27FC236}">
                <a16:creationId xmlns:a16="http://schemas.microsoft.com/office/drawing/2014/main" id="{9327D304-6B29-9A39-A43D-48272D0FF616}"/>
              </a:ext>
            </a:extLst>
          </p:cNvPr>
          <p:cNvSpPr>
            <a:spLocks noGrp="1"/>
          </p:cNvSpPr>
          <p:nvPr>
            <p:ph type="body" sz="quarter" idx="16"/>
          </p:nvPr>
        </p:nvSpPr>
        <p:spPr>
          <a:xfrm>
            <a:off x="513801" y="188767"/>
            <a:ext cx="11190288" cy="107959"/>
          </a:xfrm>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1C7E0813-0484-554F-125B-74049463B5A9}"/>
              </a:ext>
            </a:extLst>
          </p:cNvPr>
          <p:cNvSpPr txBox="1"/>
          <p:nvPr/>
        </p:nvSpPr>
        <p:spPr>
          <a:xfrm>
            <a:off x="499176" y="1444764"/>
            <a:ext cx="10999142" cy="5201424"/>
          </a:xfrm>
          <a:prstGeom prst="rect">
            <a:avLst/>
          </a:prstGeom>
          <a:noFill/>
        </p:spPr>
        <p:txBody>
          <a:bodyPr wrap="square">
            <a:spAutoFit/>
          </a:bodyPr>
          <a:lstStyle/>
          <a:p>
            <a:r>
              <a:rPr lang="en-US" sz="2400" dirty="0"/>
              <a:t>“Without appropriate literacy/training, (students) could be using it in a way that degrades or diminishes their academic achievements, possibly forming habits that could be harmful to themselves or their future employers down the road.” </a:t>
            </a:r>
            <a:r>
              <a:rPr lang="en-US" sz="2000" b="1" dirty="0"/>
              <a:t>–Professor, Academic Affairs</a:t>
            </a:r>
            <a:endParaRPr lang="en-US" sz="2400" b="1" dirty="0"/>
          </a:p>
          <a:p>
            <a:endParaRPr lang="en-US" sz="2400" dirty="0"/>
          </a:p>
          <a:p>
            <a:r>
              <a:rPr lang="en-US" sz="2400" dirty="0"/>
              <a:t>“AI is unavoidable. Student training is necessary to ensure it gets used properly, and policies should reflect a desire to use it under the right circumstances.” </a:t>
            </a:r>
            <a:r>
              <a:rPr lang="en-US" sz="2000" b="1" dirty="0"/>
              <a:t>-Master’s student, Academic Affairs</a:t>
            </a:r>
          </a:p>
          <a:p>
            <a:endParaRPr lang="en-US" sz="2400" dirty="0"/>
          </a:p>
          <a:p>
            <a:r>
              <a:rPr lang="en-US" sz="2400" dirty="0"/>
              <a:t>“Allow us the space and resources to develop **critical literacy** skills about these tools, and the agency and autonomy to use them as we deem appropriate and ethical.”  </a:t>
            </a:r>
            <a:r>
              <a:rPr lang="en-US" sz="2000" b="1" dirty="0"/>
              <a:t>-Assistant Director, College of Arts and Sciences</a:t>
            </a:r>
            <a:endParaRPr lang="en-US" sz="2000" dirty="0"/>
          </a:p>
          <a:p>
            <a:endParaRPr lang="en-US" sz="2400" dirty="0"/>
          </a:p>
          <a:p>
            <a:endParaRPr lang="en-US" sz="3200" b="0" i="0" dirty="0">
              <a:solidFill>
                <a:srgbClr val="1B1B1B"/>
              </a:solidFill>
              <a:effectLst/>
              <a:latin typeface="Tableau Medium"/>
            </a:endParaRPr>
          </a:p>
        </p:txBody>
      </p:sp>
    </p:spTree>
    <p:extLst>
      <p:ext uri="{BB962C8B-B14F-4D97-AF65-F5344CB8AC3E}">
        <p14:creationId xmlns:p14="http://schemas.microsoft.com/office/powerpoint/2010/main" val="24541594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AF669-A104-986E-89FC-E5E277E23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C0072-FEBC-3578-779A-5EB06110480D}"/>
              </a:ext>
            </a:extLst>
          </p:cNvPr>
          <p:cNvSpPr>
            <a:spLocks noGrp="1"/>
          </p:cNvSpPr>
          <p:nvPr>
            <p:ph type="title"/>
          </p:nvPr>
        </p:nvSpPr>
        <p:spPr/>
        <p:txBody>
          <a:bodyPr/>
          <a:lstStyle/>
          <a:p>
            <a:r>
              <a:rPr lang="en-US" dirty="0"/>
              <a:t>Campus Support</a:t>
            </a:r>
          </a:p>
        </p:txBody>
      </p:sp>
      <p:sp>
        <p:nvSpPr>
          <p:cNvPr id="3" name="Text Placeholder 2">
            <a:extLst>
              <a:ext uri="{FF2B5EF4-FFF2-40B4-BE49-F238E27FC236}">
                <a16:creationId xmlns:a16="http://schemas.microsoft.com/office/drawing/2014/main" id="{7AD8C051-6719-0F97-203A-F5F1E95FE1D5}"/>
              </a:ext>
            </a:extLst>
          </p:cNvPr>
          <p:cNvSpPr>
            <a:spLocks noGrp="1"/>
          </p:cNvSpPr>
          <p:nvPr>
            <p:ph type="body" sz="quarter" idx="16"/>
          </p:nvPr>
        </p:nvSpPr>
        <p:spPr/>
        <p:txBody>
          <a:bodyPr/>
          <a:lstStyle/>
          <a:p>
            <a:r>
              <a:rPr lang="en-US" dirty="0"/>
              <a:t>AI Survey results Summary</a:t>
            </a:r>
          </a:p>
        </p:txBody>
      </p:sp>
    </p:spTree>
    <p:extLst>
      <p:ext uri="{BB962C8B-B14F-4D97-AF65-F5344CB8AC3E}">
        <p14:creationId xmlns:p14="http://schemas.microsoft.com/office/powerpoint/2010/main" val="28341867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9E4E5-230C-088E-0B84-800B07C8C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D7862-E8F5-7D2E-ABB1-AFD70AC81C91}"/>
              </a:ext>
            </a:extLst>
          </p:cNvPr>
          <p:cNvSpPr>
            <a:spLocks noGrp="1"/>
          </p:cNvSpPr>
          <p:nvPr>
            <p:ph type="title"/>
          </p:nvPr>
        </p:nvSpPr>
        <p:spPr>
          <a:xfrm>
            <a:off x="499176" y="969823"/>
            <a:ext cx="11440576" cy="1867970"/>
          </a:xfrm>
        </p:spPr>
        <p:txBody>
          <a:bodyPr/>
          <a:lstStyle/>
          <a:p>
            <a:r>
              <a:rPr lang="en-US" dirty="0"/>
              <a:t>Campus Support for Developing AI Skills</a:t>
            </a:r>
          </a:p>
        </p:txBody>
      </p:sp>
      <p:sp>
        <p:nvSpPr>
          <p:cNvPr id="3" name="Text Placeholder 2">
            <a:extLst>
              <a:ext uri="{FF2B5EF4-FFF2-40B4-BE49-F238E27FC236}">
                <a16:creationId xmlns:a16="http://schemas.microsoft.com/office/drawing/2014/main" id="{E5B2F89A-4CE0-9319-9017-0B9B05DDE21E}"/>
              </a:ext>
            </a:extLst>
          </p:cNvPr>
          <p:cNvSpPr>
            <a:spLocks noGrp="1"/>
          </p:cNvSpPr>
          <p:nvPr>
            <p:ph type="body" sz="quarter" idx="16"/>
          </p:nvPr>
        </p:nvSpPr>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034038FC-17F2-297C-E55D-EC42C50A834B}"/>
              </a:ext>
            </a:extLst>
          </p:cNvPr>
          <p:cNvSpPr txBox="1"/>
          <p:nvPr/>
        </p:nvSpPr>
        <p:spPr>
          <a:xfrm>
            <a:off x="596429" y="1731020"/>
            <a:ext cx="10999142" cy="5509200"/>
          </a:xfrm>
          <a:prstGeom prst="rect">
            <a:avLst/>
          </a:prstGeom>
          <a:noFill/>
        </p:spPr>
        <p:txBody>
          <a:bodyPr wrap="square">
            <a:spAutoFit/>
          </a:bodyPr>
          <a:lstStyle/>
          <a:p>
            <a:pPr marL="457200" indent="-457200">
              <a:buFont typeface="Wingdings" panose="05000000000000000000" pitchFamily="2" charset="2"/>
              <a:buChar char="§"/>
            </a:pPr>
            <a:r>
              <a:rPr lang="en-US" sz="3200" b="1" dirty="0">
                <a:solidFill>
                  <a:srgbClr val="1B1B1B"/>
                </a:solidFill>
                <a:ea typeface="+mn-lt"/>
                <a:cs typeface="+mn-lt"/>
              </a:rPr>
              <a:t>73% </a:t>
            </a:r>
            <a:r>
              <a:rPr lang="en-US" sz="3200" dirty="0">
                <a:solidFill>
                  <a:srgbClr val="1B1B1B"/>
                </a:solidFill>
                <a:ea typeface="+mn-lt"/>
                <a:cs typeface="+mn-lt"/>
              </a:rPr>
              <a:t>of student respondents </a:t>
            </a:r>
            <a:r>
              <a:rPr lang="en-US" sz="3200" i="1" dirty="0">
                <a:solidFill>
                  <a:srgbClr val="1B1B1B"/>
                </a:solidFill>
                <a:ea typeface="+mn-lt"/>
                <a:cs typeface="+mn-lt"/>
              </a:rPr>
              <a:t>agreed</a:t>
            </a:r>
            <a:r>
              <a:rPr lang="en-US" sz="3200" dirty="0">
                <a:solidFill>
                  <a:srgbClr val="1B1B1B"/>
                </a:solidFill>
                <a:ea typeface="+mn-lt"/>
                <a:cs typeface="+mn-lt"/>
              </a:rPr>
              <a:t> that they would enroll in AI training academic programs, including </a:t>
            </a:r>
            <a:r>
              <a:rPr lang="en-US" sz="3200" b="1" dirty="0">
                <a:solidFill>
                  <a:srgbClr val="1B1B1B"/>
                </a:solidFill>
                <a:ea typeface="+mn-lt"/>
                <a:cs typeface="+mn-lt"/>
              </a:rPr>
              <a:t>44%</a:t>
            </a:r>
            <a:r>
              <a:rPr lang="en-US" sz="3200" dirty="0">
                <a:solidFill>
                  <a:srgbClr val="1B1B1B"/>
                </a:solidFill>
                <a:ea typeface="+mn-lt"/>
                <a:cs typeface="+mn-lt"/>
              </a:rPr>
              <a:t> of those who reported never using AI</a:t>
            </a:r>
            <a:r>
              <a:rPr lang="en-US" sz="2400" dirty="0">
                <a:solidFill>
                  <a:srgbClr val="1B1B1B"/>
                </a:solidFill>
                <a:ea typeface="+mn-lt"/>
                <a:cs typeface="+mn-lt"/>
              </a:rPr>
              <a:t>.</a:t>
            </a:r>
            <a:endParaRPr lang="en-US" sz="3200" b="1" dirty="0">
              <a:solidFill>
                <a:srgbClr val="1B1B1B"/>
              </a:solidFill>
              <a:latin typeface="Tableau Medium"/>
            </a:endParaRPr>
          </a:p>
          <a:p>
            <a:pPr marL="457200" indent="-457200">
              <a:buFont typeface="Wingdings" panose="05000000000000000000" pitchFamily="2" charset="2"/>
              <a:buChar char="§"/>
            </a:pPr>
            <a:r>
              <a:rPr lang="en-US" sz="3200" b="1" dirty="0">
                <a:solidFill>
                  <a:srgbClr val="1B1B1B"/>
                </a:solidFill>
                <a:latin typeface="Tableau Medium"/>
              </a:rPr>
              <a:t>75%</a:t>
            </a:r>
            <a:r>
              <a:rPr lang="en-US" sz="3200" dirty="0">
                <a:solidFill>
                  <a:srgbClr val="1B1B1B"/>
                </a:solidFill>
                <a:latin typeface="Tableau Medium"/>
              </a:rPr>
              <a:t> of staff respondents </a:t>
            </a:r>
            <a:r>
              <a:rPr lang="en-US" sz="3200" i="1" dirty="0">
                <a:solidFill>
                  <a:srgbClr val="1B1B1B"/>
                </a:solidFill>
                <a:latin typeface="Tableau Medium"/>
              </a:rPr>
              <a:t>agreed</a:t>
            </a:r>
            <a:r>
              <a:rPr lang="en-US" sz="3200" dirty="0">
                <a:solidFill>
                  <a:srgbClr val="1B1B1B"/>
                </a:solidFill>
                <a:latin typeface="Tableau Medium"/>
              </a:rPr>
              <a:t> that “I am interested in participating in University-sponsored AI training opportunities.”</a:t>
            </a:r>
            <a:endParaRPr lang="en-US" dirty="0">
              <a:solidFill>
                <a:srgbClr val="1B1B1B"/>
              </a:solidFill>
              <a:latin typeface="Tableau Medium"/>
            </a:endParaRPr>
          </a:p>
          <a:p>
            <a:pPr marL="457200" indent="-457200">
              <a:buFont typeface="Wingdings" panose="05000000000000000000" pitchFamily="2" charset="2"/>
              <a:buChar char="§"/>
            </a:pPr>
            <a:r>
              <a:rPr lang="en-US" sz="3200" dirty="0">
                <a:solidFill>
                  <a:srgbClr val="1B1B1B"/>
                </a:solidFill>
                <a:latin typeface="Tableau Medium"/>
              </a:rPr>
              <a:t>Only</a:t>
            </a:r>
            <a:r>
              <a:rPr lang="en-US" sz="3200" b="1" dirty="0">
                <a:solidFill>
                  <a:srgbClr val="1B1B1B"/>
                </a:solidFill>
                <a:latin typeface="Tableau Medium"/>
              </a:rPr>
              <a:t> 61% </a:t>
            </a:r>
            <a:r>
              <a:rPr lang="en-US" sz="3200" dirty="0">
                <a:solidFill>
                  <a:srgbClr val="1B1B1B"/>
                </a:solidFill>
                <a:latin typeface="Tableau Medium"/>
              </a:rPr>
              <a:t>of staff respondents </a:t>
            </a:r>
            <a:r>
              <a:rPr lang="en-US" sz="3200" i="1" dirty="0">
                <a:solidFill>
                  <a:srgbClr val="1B1B1B"/>
                </a:solidFill>
                <a:latin typeface="Tableau Medium"/>
              </a:rPr>
              <a:t>agreed</a:t>
            </a:r>
            <a:r>
              <a:rPr lang="en-US" sz="3200" dirty="0">
                <a:solidFill>
                  <a:srgbClr val="1B1B1B"/>
                </a:solidFill>
                <a:latin typeface="Tableau Medium"/>
              </a:rPr>
              <a:t> with the statement “I have access to the resources I need to develop work-related GenAI skills.”</a:t>
            </a:r>
          </a:p>
          <a:p>
            <a:pPr marL="457200" indent="-457200">
              <a:buFont typeface="Wingdings" panose="05000000000000000000" pitchFamily="2" charset="2"/>
              <a:buChar char="§"/>
            </a:pPr>
            <a:endParaRPr lang="en-US" sz="3200" dirty="0">
              <a:solidFill>
                <a:srgbClr val="1B1B1B"/>
              </a:solidFill>
              <a:latin typeface="Tableau Medium"/>
            </a:endParaRPr>
          </a:p>
          <a:p>
            <a:pPr marL="457200" indent="-457200">
              <a:buFont typeface="Wingdings" panose="05000000000000000000" pitchFamily="2" charset="2"/>
              <a:buChar char="§"/>
            </a:pPr>
            <a:endParaRPr lang="en-US" sz="3200" b="0" i="0" dirty="0">
              <a:solidFill>
                <a:srgbClr val="1B1B1B"/>
              </a:solidFill>
              <a:effectLst/>
              <a:latin typeface="Tableau Medium"/>
            </a:endParaRPr>
          </a:p>
        </p:txBody>
      </p:sp>
    </p:spTree>
    <p:extLst>
      <p:ext uri="{BB962C8B-B14F-4D97-AF65-F5344CB8AC3E}">
        <p14:creationId xmlns:p14="http://schemas.microsoft.com/office/powerpoint/2010/main" val="1167593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CFC15-847D-528C-CDF6-E89C73EA87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4C637-FD0E-741F-96B8-26FD22072684}"/>
              </a:ext>
            </a:extLst>
          </p:cNvPr>
          <p:cNvSpPr>
            <a:spLocks noGrp="1"/>
          </p:cNvSpPr>
          <p:nvPr>
            <p:ph type="title"/>
          </p:nvPr>
        </p:nvSpPr>
        <p:spPr>
          <a:xfrm>
            <a:off x="499176" y="503098"/>
            <a:ext cx="11440576" cy="908031"/>
          </a:xfrm>
        </p:spPr>
        <p:txBody>
          <a:bodyPr/>
          <a:lstStyle/>
          <a:p>
            <a:r>
              <a:rPr lang="en-US" dirty="0"/>
              <a:t>Comments on Campus Support: Training</a:t>
            </a:r>
            <a:br>
              <a:rPr lang="en-US" dirty="0"/>
            </a:br>
            <a:br>
              <a:rPr lang="en-US" dirty="0"/>
            </a:br>
            <a:endParaRPr lang="en-US" dirty="0"/>
          </a:p>
        </p:txBody>
      </p:sp>
      <p:sp>
        <p:nvSpPr>
          <p:cNvPr id="3" name="Text Placeholder 2">
            <a:extLst>
              <a:ext uri="{FF2B5EF4-FFF2-40B4-BE49-F238E27FC236}">
                <a16:creationId xmlns:a16="http://schemas.microsoft.com/office/drawing/2014/main" id="{64C1C893-44BB-1FEF-CE95-5E271EC0B9BF}"/>
              </a:ext>
            </a:extLst>
          </p:cNvPr>
          <p:cNvSpPr>
            <a:spLocks noGrp="1"/>
          </p:cNvSpPr>
          <p:nvPr>
            <p:ph type="body" sz="quarter" idx="16"/>
          </p:nvPr>
        </p:nvSpPr>
        <p:spPr>
          <a:xfrm>
            <a:off x="513801" y="160192"/>
            <a:ext cx="11190288" cy="246221"/>
          </a:xfrm>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9C36B131-76E9-FA15-7A32-FD67948C9019}"/>
              </a:ext>
            </a:extLst>
          </p:cNvPr>
          <p:cNvSpPr txBox="1"/>
          <p:nvPr/>
        </p:nvSpPr>
        <p:spPr>
          <a:xfrm>
            <a:off x="513801" y="1360234"/>
            <a:ext cx="10999142" cy="4339650"/>
          </a:xfrm>
          <a:prstGeom prst="rect">
            <a:avLst/>
          </a:prstGeom>
          <a:noFill/>
        </p:spPr>
        <p:txBody>
          <a:bodyPr wrap="square">
            <a:spAutoFit/>
          </a:bodyPr>
          <a:lstStyle/>
          <a:p>
            <a:r>
              <a:rPr lang="en-US" sz="2400" dirty="0"/>
              <a:t>“There is a huge need to train students and faculty both in how to effectively use </a:t>
            </a:r>
            <a:r>
              <a:rPr lang="en-US" sz="2400" dirty="0" err="1"/>
              <a:t>gAI</a:t>
            </a:r>
            <a:r>
              <a:rPr lang="en-US" sz="2400" dirty="0"/>
              <a:t>.  It is not obvious to me how to deliver at least some basic training at scale.”</a:t>
            </a:r>
            <a:r>
              <a:rPr lang="en-US" sz="2400" b="1" dirty="0"/>
              <a:t>  -Professor, Health Affairs</a:t>
            </a:r>
            <a:endParaRPr lang="en-US" sz="2400" dirty="0"/>
          </a:p>
          <a:p>
            <a:endParaRPr lang="en-US" sz="2400" b="0" i="0" dirty="0">
              <a:solidFill>
                <a:srgbClr val="1B1B1B"/>
              </a:solidFill>
              <a:effectLst/>
            </a:endParaRPr>
          </a:p>
          <a:p>
            <a:r>
              <a:rPr lang="en-US" sz="2400" dirty="0"/>
              <a:t>“It would be amazing if we could tell someone about what we do for our roles and ask them how Gen AI could best help us.” -</a:t>
            </a:r>
            <a:r>
              <a:rPr lang="en-US" sz="2400" b="1" dirty="0"/>
              <a:t>Tech Analyst</a:t>
            </a:r>
          </a:p>
          <a:p>
            <a:endParaRPr lang="en-US" sz="2400" b="1" dirty="0"/>
          </a:p>
          <a:p>
            <a:r>
              <a:rPr lang="en-US" sz="2400" dirty="0"/>
              <a:t>“I went to an AI professional training this past week and I found it very </a:t>
            </a:r>
            <a:r>
              <a:rPr lang="en-US" sz="2400" dirty="0" err="1"/>
              <a:t>eyeopening</a:t>
            </a:r>
            <a:r>
              <a:rPr lang="en-US" sz="2400" dirty="0"/>
              <a:t>. It is important that people are aware and can navigate different AI platforms.” </a:t>
            </a:r>
            <a:r>
              <a:rPr lang="en-US" sz="2400" b="1" dirty="0"/>
              <a:t>–Masters student, Academic Affairs</a:t>
            </a:r>
          </a:p>
          <a:p>
            <a:endParaRPr lang="en-US" sz="3600" b="0" i="0" dirty="0">
              <a:solidFill>
                <a:srgbClr val="1B1B1B"/>
              </a:solidFill>
              <a:effectLst/>
              <a:latin typeface="Tableau Medium"/>
            </a:endParaRPr>
          </a:p>
        </p:txBody>
      </p:sp>
    </p:spTree>
    <p:extLst>
      <p:ext uri="{BB962C8B-B14F-4D97-AF65-F5344CB8AC3E}">
        <p14:creationId xmlns:p14="http://schemas.microsoft.com/office/powerpoint/2010/main" val="3380423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33475-FF7C-DD3A-0D9F-158EE4CCA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28525-A08D-3D30-504C-D54385AC63D3}"/>
              </a:ext>
            </a:extLst>
          </p:cNvPr>
          <p:cNvSpPr>
            <a:spLocks noGrp="1"/>
          </p:cNvSpPr>
          <p:nvPr>
            <p:ph type="title"/>
          </p:nvPr>
        </p:nvSpPr>
        <p:spPr>
          <a:xfrm>
            <a:off x="499176" y="503098"/>
            <a:ext cx="11440576" cy="908031"/>
          </a:xfrm>
        </p:spPr>
        <p:txBody>
          <a:bodyPr/>
          <a:lstStyle/>
          <a:p>
            <a:r>
              <a:rPr lang="en-US" dirty="0"/>
              <a:t>Comments on Campus Support: Access to Tools</a:t>
            </a:r>
            <a:br>
              <a:rPr lang="en-US" dirty="0"/>
            </a:br>
            <a:br>
              <a:rPr lang="en-US" dirty="0"/>
            </a:br>
            <a:endParaRPr lang="en-US" dirty="0"/>
          </a:p>
        </p:txBody>
      </p:sp>
      <p:sp>
        <p:nvSpPr>
          <p:cNvPr id="3" name="Text Placeholder 2">
            <a:extLst>
              <a:ext uri="{FF2B5EF4-FFF2-40B4-BE49-F238E27FC236}">
                <a16:creationId xmlns:a16="http://schemas.microsoft.com/office/drawing/2014/main" id="{92B6C0E6-7A0B-846F-1BFD-B9DBF01F20A9}"/>
              </a:ext>
            </a:extLst>
          </p:cNvPr>
          <p:cNvSpPr>
            <a:spLocks noGrp="1"/>
          </p:cNvSpPr>
          <p:nvPr>
            <p:ph type="body" sz="quarter" idx="16"/>
          </p:nvPr>
        </p:nvSpPr>
        <p:spPr>
          <a:xfrm>
            <a:off x="513801" y="160192"/>
            <a:ext cx="11190288" cy="246221"/>
          </a:xfrm>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295C8847-F9FA-0157-319E-EB5469563EF6}"/>
              </a:ext>
            </a:extLst>
          </p:cNvPr>
          <p:cNvSpPr txBox="1"/>
          <p:nvPr/>
        </p:nvSpPr>
        <p:spPr>
          <a:xfrm>
            <a:off x="513801" y="1470404"/>
            <a:ext cx="10999142" cy="3447098"/>
          </a:xfrm>
          <a:prstGeom prst="rect">
            <a:avLst/>
          </a:prstGeom>
          <a:noFill/>
        </p:spPr>
        <p:txBody>
          <a:bodyPr wrap="square">
            <a:spAutoFit/>
          </a:bodyPr>
          <a:lstStyle/>
          <a:p>
            <a:r>
              <a:rPr lang="en-US" sz="2600" dirty="0"/>
              <a:t>“We need a campus-wide AI solution that includes the latest AI models so we can use them in our work and test out what works and how to make them work for our use cases.”  </a:t>
            </a:r>
            <a:r>
              <a:rPr lang="en-US" sz="2600" b="1" dirty="0"/>
              <a:t>-Instructional Design Specialist</a:t>
            </a:r>
            <a:endParaRPr lang="en-US" sz="2600" dirty="0"/>
          </a:p>
          <a:p>
            <a:endParaRPr lang="en-US" sz="2600" dirty="0"/>
          </a:p>
          <a:p>
            <a:r>
              <a:rPr lang="en-US" sz="2600" dirty="0"/>
              <a:t>“I'm paying for Gemini and ChatGPT (out of pocket) to support my teaching and research. Copilot lacks many of the options available from the other three major AI platforms.”  </a:t>
            </a:r>
            <a:r>
              <a:rPr lang="en-US" sz="2600" b="1" dirty="0"/>
              <a:t>-Associate Professor, Natural Sciences</a:t>
            </a:r>
            <a:endParaRPr lang="en-US" sz="2600" dirty="0"/>
          </a:p>
          <a:p>
            <a:endParaRPr lang="en-US" sz="3600" b="0" i="0" dirty="0">
              <a:solidFill>
                <a:srgbClr val="1B1B1B"/>
              </a:solidFill>
              <a:effectLst/>
              <a:latin typeface="Tableau Medium"/>
            </a:endParaRPr>
          </a:p>
        </p:txBody>
      </p:sp>
    </p:spTree>
    <p:extLst>
      <p:ext uri="{BB962C8B-B14F-4D97-AF65-F5344CB8AC3E}">
        <p14:creationId xmlns:p14="http://schemas.microsoft.com/office/powerpoint/2010/main" val="3110077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C7982-5758-8B4F-971D-699B1294B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F527A-1351-7E0B-5E39-4BDFEC93AA2F}"/>
              </a:ext>
            </a:extLst>
          </p:cNvPr>
          <p:cNvSpPr>
            <a:spLocks noGrp="1"/>
          </p:cNvSpPr>
          <p:nvPr>
            <p:ph type="title"/>
          </p:nvPr>
        </p:nvSpPr>
        <p:spPr/>
        <p:txBody>
          <a:bodyPr/>
          <a:lstStyle/>
          <a:p>
            <a:r>
              <a:rPr lang="en-US" dirty="0"/>
              <a:t>University Direction for AI</a:t>
            </a:r>
          </a:p>
        </p:txBody>
      </p:sp>
      <p:sp>
        <p:nvSpPr>
          <p:cNvPr id="3" name="Text Placeholder 2">
            <a:extLst>
              <a:ext uri="{FF2B5EF4-FFF2-40B4-BE49-F238E27FC236}">
                <a16:creationId xmlns:a16="http://schemas.microsoft.com/office/drawing/2014/main" id="{CF66023A-C02D-ECAA-398F-01247C0E8F95}"/>
              </a:ext>
            </a:extLst>
          </p:cNvPr>
          <p:cNvSpPr>
            <a:spLocks noGrp="1"/>
          </p:cNvSpPr>
          <p:nvPr>
            <p:ph type="body" sz="quarter" idx="16"/>
          </p:nvPr>
        </p:nvSpPr>
        <p:spPr/>
        <p:txBody>
          <a:bodyPr/>
          <a:lstStyle/>
          <a:p>
            <a:r>
              <a:rPr lang="en-US" dirty="0"/>
              <a:t>AI Survey results Summary</a:t>
            </a:r>
          </a:p>
        </p:txBody>
      </p:sp>
    </p:spTree>
    <p:extLst>
      <p:ext uri="{BB962C8B-B14F-4D97-AF65-F5344CB8AC3E}">
        <p14:creationId xmlns:p14="http://schemas.microsoft.com/office/powerpoint/2010/main" val="26168435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41808-3859-432E-6F8E-87CFD3D6F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96DFAA-FA3E-6AE0-E3CF-73B7C4033F3D}"/>
              </a:ext>
            </a:extLst>
          </p:cNvPr>
          <p:cNvSpPr>
            <a:spLocks noGrp="1"/>
          </p:cNvSpPr>
          <p:nvPr>
            <p:ph type="title"/>
          </p:nvPr>
        </p:nvSpPr>
        <p:spPr>
          <a:xfrm>
            <a:off x="499176" y="493573"/>
            <a:ext cx="11440576" cy="908031"/>
          </a:xfrm>
        </p:spPr>
        <p:txBody>
          <a:bodyPr/>
          <a:lstStyle/>
          <a:p>
            <a:r>
              <a:rPr lang="en-US" dirty="0"/>
              <a:t>Faculty Comments on Campus AI Direction</a:t>
            </a:r>
          </a:p>
        </p:txBody>
      </p:sp>
      <p:sp>
        <p:nvSpPr>
          <p:cNvPr id="3" name="Text Placeholder 2">
            <a:extLst>
              <a:ext uri="{FF2B5EF4-FFF2-40B4-BE49-F238E27FC236}">
                <a16:creationId xmlns:a16="http://schemas.microsoft.com/office/drawing/2014/main" id="{7119DA89-E9EB-4CB7-841A-C2B24B23D27C}"/>
              </a:ext>
            </a:extLst>
          </p:cNvPr>
          <p:cNvSpPr>
            <a:spLocks noGrp="1"/>
          </p:cNvSpPr>
          <p:nvPr>
            <p:ph type="body" sz="quarter" idx="16"/>
          </p:nvPr>
        </p:nvSpPr>
        <p:spPr>
          <a:xfrm>
            <a:off x="513801" y="150667"/>
            <a:ext cx="11190288" cy="246221"/>
          </a:xfrm>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87FA7AF9-73C5-89C2-7734-F462D8EE2F65}"/>
              </a:ext>
            </a:extLst>
          </p:cNvPr>
          <p:cNvSpPr txBox="1"/>
          <p:nvPr/>
        </p:nvSpPr>
        <p:spPr>
          <a:xfrm>
            <a:off x="513801" y="1382286"/>
            <a:ext cx="10999142" cy="4139595"/>
          </a:xfrm>
          <a:prstGeom prst="rect">
            <a:avLst/>
          </a:prstGeom>
          <a:noFill/>
        </p:spPr>
        <p:txBody>
          <a:bodyPr wrap="square">
            <a:spAutoFit/>
          </a:bodyPr>
          <a:lstStyle/>
          <a:p>
            <a:r>
              <a:rPr lang="en-US" sz="2200" dirty="0"/>
              <a:t>“With thoughtful leadership, we can harness this technology to enrich research, teaching, and community engagement, ensuring that everyone benefits from, and contributes to, its growth.” 												</a:t>
            </a:r>
            <a:r>
              <a:rPr lang="en-US" sz="2200" b="1" dirty="0"/>
              <a:t>-Clinical Assistant Professor, Health Affairs</a:t>
            </a:r>
          </a:p>
          <a:p>
            <a:endParaRPr lang="en-US" sz="2200" dirty="0"/>
          </a:p>
          <a:p>
            <a:r>
              <a:rPr lang="en-US" sz="2200" dirty="0"/>
              <a:t>“The university should have a candid, substantive discussion about the ethics of AI and the wide range of negative implications for academic institutions (including control over the knowledge that we create) and society, at large.” </a:t>
            </a:r>
            <a:r>
              <a:rPr lang="en-US" sz="2200" b="1" dirty="0"/>
              <a:t>–Associate Professor, Humanities</a:t>
            </a:r>
          </a:p>
          <a:p>
            <a:endParaRPr lang="en-US" dirty="0"/>
          </a:p>
          <a:p>
            <a:endParaRPr lang="en-US" sz="700" dirty="0"/>
          </a:p>
          <a:p>
            <a:r>
              <a:rPr lang="en-US" sz="2200" dirty="0"/>
              <a:t>“The best thing that the university administration can do is to stay abreast of developments in AI, allow subject matter experts to teach about it in the appropriate classes, and avoid any plans that create more unnecessary work for the faculty.”  </a:t>
            </a:r>
            <a:r>
              <a:rPr lang="en-US" sz="2200" b="1" dirty="0"/>
              <a:t>-Associate Professor, Social Sciences</a:t>
            </a:r>
            <a:endParaRPr lang="en-US" sz="2200" dirty="0"/>
          </a:p>
          <a:p>
            <a:endParaRPr lang="en-US" dirty="0"/>
          </a:p>
        </p:txBody>
      </p:sp>
    </p:spTree>
    <p:extLst>
      <p:ext uri="{BB962C8B-B14F-4D97-AF65-F5344CB8AC3E}">
        <p14:creationId xmlns:p14="http://schemas.microsoft.com/office/powerpoint/2010/main" val="6759321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27142-A143-ECFC-7380-DB1757A0B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82DD8-C1BB-7C8A-B295-3F44D6F19E3B}"/>
              </a:ext>
            </a:extLst>
          </p:cNvPr>
          <p:cNvSpPr>
            <a:spLocks noGrp="1"/>
          </p:cNvSpPr>
          <p:nvPr>
            <p:ph type="title"/>
          </p:nvPr>
        </p:nvSpPr>
        <p:spPr>
          <a:xfrm>
            <a:off x="499176" y="655498"/>
            <a:ext cx="11440576" cy="908031"/>
          </a:xfrm>
        </p:spPr>
        <p:txBody>
          <a:bodyPr/>
          <a:lstStyle/>
          <a:p>
            <a:r>
              <a:rPr lang="en-US" dirty="0"/>
              <a:t>Student Comments on Campus AI Direction</a:t>
            </a:r>
            <a:br>
              <a:rPr lang="en-US" dirty="0"/>
            </a:br>
            <a:br>
              <a:rPr lang="en-US" dirty="0"/>
            </a:br>
            <a:endParaRPr lang="en-US" dirty="0"/>
          </a:p>
        </p:txBody>
      </p:sp>
      <p:sp>
        <p:nvSpPr>
          <p:cNvPr id="3" name="Text Placeholder 2">
            <a:extLst>
              <a:ext uri="{FF2B5EF4-FFF2-40B4-BE49-F238E27FC236}">
                <a16:creationId xmlns:a16="http://schemas.microsoft.com/office/drawing/2014/main" id="{8329D276-7D3C-CB50-21A2-DC8CE6864758}"/>
              </a:ext>
            </a:extLst>
          </p:cNvPr>
          <p:cNvSpPr>
            <a:spLocks noGrp="1"/>
          </p:cNvSpPr>
          <p:nvPr>
            <p:ph type="body" sz="quarter" idx="16"/>
          </p:nvPr>
        </p:nvSpPr>
        <p:spPr>
          <a:xfrm>
            <a:off x="513801" y="312592"/>
            <a:ext cx="11190288" cy="246221"/>
          </a:xfrm>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A9E8EAC1-4515-C358-5F7F-534B22F2368F}"/>
              </a:ext>
            </a:extLst>
          </p:cNvPr>
          <p:cNvSpPr txBox="1"/>
          <p:nvPr/>
        </p:nvSpPr>
        <p:spPr>
          <a:xfrm>
            <a:off x="609374" y="1560259"/>
            <a:ext cx="11083450" cy="4524315"/>
          </a:xfrm>
          <a:prstGeom prst="rect">
            <a:avLst/>
          </a:prstGeom>
          <a:noFill/>
        </p:spPr>
        <p:txBody>
          <a:bodyPr wrap="square">
            <a:spAutoFit/>
          </a:bodyPr>
          <a:lstStyle/>
          <a:p>
            <a:r>
              <a:rPr lang="en-US" sz="2400" dirty="0"/>
              <a:t>“Generative AI is not just the future; it is the present….. Restricting or stigmatizing its use among students risks putting them at a significant disadvantage in the real world.”</a:t>
            </a:r>
            <a:r>
              <a:rPr lang="en-US" sz="2400" b="1" dirty="0"/>
              <a:t> </a:t>
            </a:r>
            <a:br>
              <a:rPr lang="en-US" sz="2400" b="1" dirty="0"/>
            </a:br>
            <a:r>
              <a:rPr lang="en-US" sz="2400" b="1" dirty="0"/>
              <a:t>-Masters student, Academic Affairs</a:t>
            </a:r>
          </a:p>
          <a:p>
            <a:endParaRPr lang="en-US" sz="2400" dirty="0"/>
          </a:p>
          <a:p>
            <a:r>
              <a:rPr lang="en-US" sz="2400" dirty="0"/>
              <a:t>“AI should not be permitted in any sense in an academic setting. We are here to learn and research and think on our own, and if we allow people to take shortcuts we will be undermining the very principals of what it means to be a university.”</a:t>
            </a:r>
            <a:r>
              <a:rPr lang="en-US" sz="2400" b="1" dirty="0"/>
              <a:t>  -PhD student, Natural Sciences</a:t>
            </a:r>
          </a:p>
          <a:p>
            <a:endParaRPr lang="en-US" sz="2400" b="1" dirty="0"/>
          </a:p>
          <a:p>
            <a:r>
              <a:rPr lang="en-US" sz="2400" dirty="0"/>
              <a:t>“The lack of quality support and conversations on it is driving usage underground, which is dangerous.”  </a:t>
            </a:r>
            <a:r>
              <a:rPr lang="en-US" sz="2400" b="1" dirty="0"/>
              <a:t>-Masters student, Social Sciences </a:t>
            </a:r>
            <a:endParaRPr lang="en-US" sz="2400" dirty="0"/>
          </a:p>
          <a:p>
            <a:endParaRPr lang="en-US" sz="2400" dirty="0"/>
          </a:p>
        </p:txBody>
      </p:sp>
    </p:spTree>
    <p:extLst>
      <p:ext uri="{BB962C8B-B14F-4D97-AF65-F5344CB8AC3E}">
        <p14:creationId xmlns:p14="http://schemas.microsoft.com/office/powerpoint/2010/main" val="4160814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62CE7-4B0E-874C-408E-561E21C2C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89F8F-3308-C3AD-D5EE-66475D2CD4BE}"/>
              </a:ext>
            </a:extLst>
          </p:cNvPr>
          <p:cNvSpPr>
            <a:spLocks noGrp="1"/>
          </p:cNvSpPr>
          <p:nvPr>
            <p:ph type="title"/>
          </p:nvPr>
        </p:nvSpPr>
        <p:spPr>
          <a:xfrm>
            <a:off x="499176" y="655498"/>
            <a:ext cx="11440576" cy="908031"/>
          </a:xfrm>
        </p:spPr>
        <p:txBody>
          <a:bodyPr/>
          <a:lstStyle/>
          <a:p>
            <a:r>
              <a:rPr lang="en-US" dirty="0"/>
              <a:t>Staff Comments on Campus AI Direction</a:t>
            </a:r>
            <a:br>
              <a:rPr lang="en-US" dirty="0"/>
            </a:br>
            <a:br>
              <a:rPr lang="en-US" dirty="0"/>
            </a:br>
            <a:endParaRPr lang="en-US" dirty="0"/>
          </a:p>
        </p:txBody>
      </p:sp>
      <p:sp>
        <p:nvSpPr>
          <p:cNvPr id="3" name="Text Placeholder 2">
            <a:extLst>
              <a:ext uri="{FF2B5EF4-FFF2-40B4-BE49-F238E27FC236}">
                <a16:creationId xmlns:a16="http://schemas.microsoft.com/office/drawing/2014/main" id="{853536A5-545D-8CF2-20CF-2E2BEC70D535}"/>
              </a:ext>
            </a:extLst>
          </p:cNvPr>
          <p:cNvSpPr>
            <a:spLocks noGrp="1"/>
          </p:cNvSpPr>
          <p:nvPr>
            <p:ph type="body" sz="quarter" idx="16"/>
          </p:nvPr>
        </p:nvSpPr>
        <p:spPr>
          <a:xfrm>
            <a:off x="513801" y="312592"/>
            <a:ext cx="11190288" cy="246221"/>
          </a:xfrm>
        </p:spPr>
        <p:txBody>
          <a:bodyPr/>
          <a:lstStyle/>
          <a:p>
            <a:r>
              <a:rPr lang="en-US" dirty="0"/>
              <a:t>AI survey results</a:t>
            </a:r>
          </a:p>
          <a:p>
            <a:endParaRPr lang="en-US" dirty="0"/>
          </a:p>
        </p:txBody>
      </p:sp>
      <p:sp>
        <p:nvSpPr>
          <p:cNvPr id="6" name="TextBox 5">
            <a:extLst>
              <a:ext uri="{FF2B5EF4-FFF2-40B4-BE49-F238E27FC236}">
                <a16:creationId xmlns:a16="http://schemas.microsoft.com/office/drawing/2014/main" id="{B9CA1D1D-5FBB-F425-C2B3-03F39480A67F}"/>
              </a:ext>
            </a:extLst>
          </p:cNvPr>
          <p:cNvSpPr txBox="1"/>
          <p:nvPr/>
        </p:nvSpPr>
        <p:spPr>
          <a:xfrm>
            <a:off x="609374" y="1560259"/>
            <a:ext cx="11083450" cy="4493538"/>
          </a:xfrm>
          <a:prstGeom prst="rect">
            <a:avLst/>
          </a:prstGeom>
          <a:noFill/>
        </p:spPr>
        <p:txBody>
          <a:bodyPr wrap="square">
            <a:spAutoFit/>
          </a:bodyPr>
          <a:lstStyle/>
          <a:p>
            <a:r>
              <a:rPr lang="en-US" sz="2200" dirty="0"/>
              <a:t>“I believe there should be a more unified university approach. Right now, it’s hard to tell who is in charge of it.” </a:t>
            </a:r>
            <a:r>
              <a:rPr lang="en-US" sz="2200" b="1" dirty="0"/>
              <a:t> -Fundraising Professional</a:t>
            </a:r>
          </a:p>
          <a:p>
            <a:endParaRPr lang="en-US" sz="2200" b="1" dirty="0"/>
          </a:p>
          <a:p>
            <a:r>
              <a:rPr lang="en-US" sz="2200" dirty="0"/>
              <a:t>“We need a comprehensive change management strategy…. Generative AI will transform our workplace - not just in the classroom and research lab, but on the administrative side of the University as well.”     </a:t>
            </a:r>
            <a:r>
              <a:rPr lang="en-US" sz="2200" b="1" dirty="0"/>
              <a:t>-Systems Analyst</a:t>
            </a:r>
          </a:p>
          <a:p>
            <a:endParaRPr lang="en-US" sz="2200" dirty="0"/>
          </a:p>
          <a:p>
            <a:r>
              <a:rPr lang="en-US" sz="2200" dirty="0"/>
              <a:t>“If the University is serious about supporting staff in developing the awareness and skills necessary to use generative AI effectively, it must do far more than circulate vague memos or offer a handful of one-off workshops. Real support means long-term, embedded training opportunities, clear guidance on ethical use, space for open dialogue and dissent, and recognition that this is not a simple plug-and-play tool—it’s a paradigm shift with far-reaching consequences.”    </a:t>
            </a:r>
            <a:r>
              <a:rPr lang="en-US" sz="2200" b="1" dirty="0"/>
              <a:t>- Research Associate</a:t>
            </a:r>
          </a:p>
        </p:txBody>
      </p:sp>
    </p:spTree>
    <p:extLst>
      <p:ext uri="{BB962C8B-B14F-4D97-AF65-F5344CB8AC3E}">
        <p14:creationId xmlns:p14="http://schemas.microsoft.com/office/powerpoint/2010/main" val="1958426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E6F848-C338-5A3E-0525-FB6152DD12FB}"/>
              </a:ext>
            </a:extLst>
          </p:cNvPr>
          <p:cNvSpPr txBox="1"/>
          <p:nvPr/>
        </p:nvSpPr>
        <p:spPr>
          <a:xfrm>
            <a:off x="3838575" y="876300"/>
            <a:ext cx="4033605" cy="1107996"/>
          </a:xfrm>
          <a:prstGeom prst="rect">
            <a:avLst/>
          </a:prstGeom>
          <a:noFill/>
        </p:spPr>
        <p:txBody>
          <a:bodyPr wrap="none" rtlCol="0">
            <a:spAutoFit/>
          </a:bodyPr>
          <a:lstStyle/>
          <a:p>
            <a:r>
              <a:rPr lang="en-US" sz="6600" dirty="0">
                <a:solidFill>
                  <a:schemeClr val="bg1"/>
                </a:solidFill>
              </a:rPr>
              <a:t>Questions?</a:t>
            </a:r>
          </a:p>
        </p:txBody>
      </p:sp>
    </p:spTree>
    <p:extLst>
      <p:ext uri="{BB962C8B-B14F-4D97-AF65-F5344CB8AC3E}">
        <p14:creationId xmlns:p14="http://schemas.microsoft.com/office/powerpoint/2010/main" val="2862183028"/>
      </p:ext>
    </p:extLst>
  </p:cSld>
  <p:clrMapOvr>
    <a:masterClrMapping/>
  </p:clrMapOvr>
</p:sld>
</file>

<file path=ppt/theme/theme1.xml><?xml version="1.0" encoding="utf-8"?>
<a:theme xmlns:a="http://schemas.openxmlformats.org/drawingml/2006/main" name="Title Slide 1">
  <a:themeElements>
    <a:clrScheme name="UNC">
      <a:dk1>
        <a:srgbClr val="4B9CD3"/>
      </a:dk1>
      <a:lt1>
        <a:sysClr val="window" lastClr="FFFFFF"/>
      </a:lt1>
      <a:dk2>
        <a:srgbClr val="13294B"/>
      </a:dk2>
      <a:lt2>
        <a:srgbClr val="FFFFFF"/>
      </a:lt2>
      <a:accent1>
        <a:srgbClr val="4B9CD3"/>
      </a:accent1>
      <a:accent2>
        <a:srgbClr val="13294B"/>
      </a:accent2>
      <a:accent3>
        <a:srgbClr val="FFFFFF"/>
      </a:accent3>
      <a:accent4>
        <a:srgbClr val="007FA2"/>
      </a:accent4>
      <a:accent5>
        <a:srgbClr val="E1E1E1"/>
      </a:accent5>
      <a:accent6>
        <a:srgbClr val="767676"/>
      </a:accent6>
      <a:hlink>
        <a:srgbClr val="007FAE"/>
      </a:hlink>
      <a:folHlink>
        <a:srgbClr val="007FAE"/>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itle Slides">
  <a:themeElements>
    <a:clrScheme name="UNC">
      <a:dk1>
        <a:srgbClr val="4B9CD3"/>
      </a:dk1>
      <a:lt1>
        <a:sysClr val="window" lastClr="FFFFFF"/>
      </a:lt1>
      <a:dk2>
        <a:srgbClr val="13294B"/>
      </a:dk2>
      <a:lt2>
        <a:srgbClr val="FFFFFF"/>
      </a:lt2>
      <a:accent1>
        <a:srgbClr val="4B9CD3"/>
      </a:accent1>
      <a:accent2>
        <a:srgbClr val="13294B"/>
      </a:accent2>
      <a:accent3>
        <a:srgbClr val="FFFFFF"/>
      </a:accent3>
      <a:accent4>
        <a:srgbClr val="007FA2"/>
      </a:accent4>
      <a:accent5>
        <a:srgbClr val="E1E1E1"/>
      </a:accent5>
      <a:accent6>
        <a:srgbClr val="767676"/>
      </a:accent6>
      <a:hlink>
        <a:srgbClr val="007FAE"/>
      </a:hlink>
      <a:folHlink>
        <a:srgbClr val="007FAE"/>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 Design">
  <a:themeElements>
    <a:clrScheme name="Custom 4">
      <a:dk1>
        <a:srgbClr val="13284B"/>
      </a:dk1>
      <a:lt1>
        <a:srgbClr val="FFFFFF"/>
      </a:lt1>
      <a:dk2>
        <a:srgbClr val="151515"/>
      </a:dk2>
      <a:lt2>
        <a:srgbClr val="E1E1E1"/>
      </a:lt2>
      <a:accent1>
        <a:srgbClr val="4B9CD3"/>
      </a:accent1>
      <a:accent2>
        <a:srgbClr val="13294B"/>
      </a:accent2>
      <a:accent3>
        <a:srgbClr val="EF446F"/>
      </a:accent3>
      <a:accent4>
        <a:srgbClr val="4F758B"/>
      </a:accent4>
      <a:accent5>
        <a:srgbClr val="00594C"/>
      </a:accent5>
      <a:accent6>
        <a:srgbClr val="C3D600"/>
      </a:accent6>
      <a:hlink>
        <a:srgbClr val="007FAE"/>
      </a:hlink>
      <a:folHlink>
        <a:srgbClr val="007FAE"/>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UNC_ModernClean_Widescreen-2022</Template>
  <TotalTime>9465</TotalTime>
  <Words>2851</Words>
  <Application>Microsoft Macintosh PowerPoint</Application>
  <PresentationFormat>Widescreen</PresentationFormat>
  <Paragraphs>243</Paragraphs>
  <Slides>38</Slides>
  <Notes>17</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38</vt:i4>
      </vt:variant>
    </vt:vector>
  </HeadingPairs>
  <TitlesOfParts>
    <vt:vector size="47" baseType="lpstr">
      <vt:lpstr>Tableau Medium</vt:lpstr>
      <vt:lpstr>Aptos</vt:lpstr>
      <vt:lpstr>Arial</vt:lpstr>
      <vt:lpstr>Calibri</vt:lpstr>
      <vt:lpstr>Cambria</vt:lpstr>
      <vt:lpstr>Wingdings</vt:lpstr>
      <vt:lpstr>Title Slide 1</vt:lpstr>
      <vt:lpstr>Title Slides</vt:lpstr>
      <vt:lpstr>Custom Design</vt:lpstr>
      <vt:lpstr>2024-25 Generative AI Survey Results  Executive Summary Fall 2025  </vt:lpstr>
      <vt:lpstr>Executive Summary Outline</vt:lpstr>
      <vt:lpstr>Background</vt:lpstr>
      <vt:lpstr>Survey Coordination</vt:lpstr>
      <vt:lpstr>AI Survey Goals</vt:lpstr>
      <vt:lpstr>Survey information  </vt:lpstr>
      <vt:lpstr>Key Takeaways</vt:lpstr>
      <vt:lpstr>Key Takeaways</vt:lpstr>
      <vt:lpstr>Key Takeaways….continued</vt:lpstr>
      <vt:lpstr>AI Adoption</vt:lpstr>
      <vt:lpstr>PowerPoint Presentation</vt:lpstr>
      <vt:lpstr>Faculty/Staff Reasons for Not Using AI </vt:lpstr>
      <vt:lpstr>Graduate Students’ Obstacles to Adoption</vt:lpstr>
      <vt:lpstr>Staff Thoughts About Workplace Adoption of AI  </vt:lpstr>
      <vt:lpstr>Staff Comments About Workplace Adoption of AI  </vt:lpstr>
      <vt:lpstr>AI Benefits</vt:lpstr>
      <vt:lpstr>Benefits of AI: Efficiency</vt:lpstr>
      <vt:lpstr>Benefits of AI: Transformation</vt:lpstr>
      <vt:lpstr>Students: Beneficial Use Cases</vt:lpstr>
      <vt:lpstr>AI Concerns</vt:lpstr>
      <vt:lpstr>AI Concerns: Faculty</vt:lpstr>
      <vt:lpstr>Instructor Comments on AI Concerns</vt:lpstr>
      <vt:lpstr>AI Concerns: Staff</vt:lpstr>
      <vt:lpstr>Staff Comments on AI Concerns  </vt:lpstr>
      <vt:lpstr>AI Literacy</vt:lpstr>
      <vt:lpstr>Faculty on Importance of Student AI Literacy</vt:lpstr>
      <vt:lpstr>“It is the responsibility of faculty to ensure students develop skills to use AI effectively, ethically, and critically.” </vt:lpstr>
      <vt:lpstr>AI Literacy: Staff on Importance of Developing AI Skills  </vt:lpstr>
      <vt:lpstr>Comments on Importance of AI Literacy  </vt:lpstr>
      <vt:lpstr>Campus Support</vt:lpstr>
      <vt:lpstr>Campus Support for Developing AI Skills</vt:lpstr>
      <vt:lpstr>Comments on Campus Support: Training  </vt:lpstr>
      <vt:lpstr>Comments on Campus Support: Access to Tools  </vt:lpstr>
      <vt:lpstr>University Direction for AI</vt:lpstr>
      <vt:lpstr>Faculty Comments on Campus AI Direction</vt:lpstr>
      <vt:lpstr>Student Comments on Campus AI Direction  </vt:lpstr>
      <vt:lpstr>Staff Comments on Campus AI Direction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Henshaw, Bob</dc:creator>
  <cp:lastModifiedBy>Qi, Zhanyi</cp:lastModifiedBy>
  <cp:revision>9</cp:revision>
  <dcterms:created xsi:type="dcterms:W3CDTF">2025-02-20T20:19:26Z</dcterms:created>
  <dcterms:modified xsi:type="dcterms:W3CDTF">2026-02-23T21:27:38Z</dcterms:modified>
</cp:coreProperties>
</file>